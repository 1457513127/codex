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cac8eb146554953" /><Relationship Type="http://schemas.openxmlformats.org/officeDocument/2006/relationships/extended-properties" Target="/docProps/app.xml" Id="Re44b3e807d154380" /><Relationship Type="http://schemas.openxmlformats.org/officeDocument/2006/relationships/officeDocument" Target="/ppt/presentation.xml" Id="Rcc108583df664a6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8db60b16c724660"/>
  </p:sldMasterIdLst>
  <p:notesMasterIdLst>
    <p:notesMasterId xmlns:r="http://schemas.openxmlformats.org/officeDocument/2006/relationships" r:id="Rbd24f4f38b214640"/>
  </p:notesMasterIdLst>
  <p:sldIdLst>
    <p:sldId xmlns:r="http://schemas.openxmlformats.org/officeDocument/2006/relationships" id="256" r:id="R053f026909bf42ea"/>
    <p:sldId xmlns:r="http://schemas.openxmlformats.org/officeDocument/2006/relationships" id="257" r:id="Rb1ff310e38dd4974"/>
    <p:sldId xmlns:r="http://schemas.openxmlformats.org/officeDocument/2006/relationships" id="258" r:id="Rcd5a58fc84694e57"/>
    <p:sldId xmlns:r="http://schemas.openxmlformats.org/officeDocument/2006/relationships" id="259" r:id="R3a4cc89f333541d5"/>
    <p:sldId xmlns:r="http://schemas.openxmlformats.org/officeDocument/2006/relationships" id="260" r:id="R78ca7b53f4f04596"/>
    <p:sldId xmlns:r="http://schemas.openxmlformats.org/officeDocument/2006/relationships" id="261" r:id="R53932e2993ef4d09"/>
    <p:sldId xmlns:r="http://schemas.openxmlformats.org/officeDocument/2006/relationships" id="262" r:id="R34ca1d1e5f854440"/>
    <p:sldId xmlns:r="http://schemas.openxmlformats.org/officeDocument/2006/relationships" id="263" r:id="R3ab4d98593574102"/>
    <p:sldId xmlns:r="http://schemas.openxmlformats.org/officeDocument/2006/relationships" id="264" r:id="R882d0c66ac984a4f"/>
    <p:sldId xmlns:r="http://schemas.openxmlformats.org/officeDocument/2006/relationships" id="265" r:id="Rbff98d108c9740ab"/>
    <p:sldId xmlns:r="http://schemas.openxmlformats.org/officeDocument/2006/relationships" id="266" r:id="Rd81466c11ba444f1"/>
    <p:sldId xmlns:r="http://schemas.openxmlformats.org/officeDocument/2006/relationships" id="267" r:id="R27befd5b8e1142f8"/>
    <p:sldId xmlns:r="http://schemas.openxmlformats.org/officeDocument/2006/relationships" id="268" r:id="Rb8d36631134e4fa4"/>
    <p:sldId xmlns:r="http://schemas.openxmlformats.org/officeDocument/2006/relationships" id="269" r:id="R8d360fa4e07c45ef"/>
    <p:sldId xmlns:r="http://schemas.openxmlformats.org/officeDocument/2006/relationships" id="270" r:id="R3603244963cf4118"/>
    <p:sldId xmlns:r="http://schemas.openxmlformats.org/officeDocument/2006/relationships" id="271" r:id="Rc4dc6a902b1448e5"/>
    <p:sldId xmlns:r="http://schemas.openxmlformats.org/officeDocument/2006/relationships" id="272" r:id="R4cfc30498d854701"/>
    <p:sldId xmlns:r="http://schemas.openxmlformats.org/officeDocument/2006/relationships" id="273" r:id="R0d2d040f01924608"/>
    <p:sldId xmlns:r="http://schemas.openxmlformats.org/officeDocument/2006/relationships" id="274" r:id="Rcedc2c0079a04369"/>
    <p:sldId xmlns:r="http://schemas.openxmlformats.org/officeDocument/2006/relationships" id="275" r:id="R25f7ec6dbac54431"/>
    <p:sldId xmlns:r="http://schemas.openxmlformats.org/officeDocument/2006/relationships" id="276" r:id="Rf37aca346e354ca6"/>
    <p:sldId xmlns:r="http://schemas.openxmlformats.org/officeDocument/2006/relationships" id="277" r:id="Rc7e2972301af41ef"/>
    <p:sldId xmlns:r="http://schemas.openxmlformats.org/officeDocument/2006/relationships" id="278" r:id="Raffcfbcc73d44694"/>
    <p:sldId xmlns:r="http://schemas.openxmlformats.org/officeDocument/2006/relationships" id="279" r:id="R4c6dc628fbb74a43"/>
    <p:sldId xmlns:r="http://schemas.openxmlformats.org/officeDocument/2006/relationships" id="280" r:id="R03b6f82452764684"/>
    <p:sldId xmlns:r="http://schemas.openxmlformats.org/officeDocument/2006/relationships" id="281" r:id="Re94673d3aff7474e"/>
    <p:sldId xmlns:r="http://schemas.openxmlformats.org/officeDocument/2006/relationships" id="282" r:id="R4f9d3112e17a445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db60b16c724660" /><Relationship Type="http://schemas.openxmlformats.org/officeDocument/2006/relationships/theme" Target="/ppt/theme/theme1.xml" Id="R1953923f371f4ee9" /><Relationship Type="http://schemas.openxmlformats.org/officeDocument/2006/relationships/notesMaster" Target="/ppt/notesMasters/notesMaster1.xml" Id="Rbd24f4f38b214640" /><Relationship Type="http://schemas.openxmlformats.org/officeDocument/2006/relationships/presProps" Target="/ppt/presProps.xml" Id="R6a3f9d92c48749e5" /><Relationship Type="http://schemas.openxmlformats.org/officeDocument/2006/relationships/viewProps" Target="/ppt/viewProps.xml" Id="Rd34184e552cf4a12" /><Relationship Type="http://schemas.openxmlformats.org/officeDocument/2006/relationships/tableStyles" Target="/ppt/tableStyles.xml" Id="Re803ce15e21b45f6" /><Relationship Type="http://schemas.openxmlformats.org/officeDocument/2006/relationships/slide" Target="/ppt/slides/slide1.xml" Id="R053f026909bf42ea" /><Relationship Type="http://schemas.openxmlformats.org/officeDocument/2006/relationships/slide" Target="/ppt/slides/slide2.xml" Id="Rb1ff310e38dd4974" /><Relationship Type="http://schemas.openxmlformats.org/officeDocument/2006/relationships/slide" Target="/ppt/slides/slide3.xml" Id="Rcd5a58fc84694e57" /><Relationship Type="http://schemas.openxmlformats.org/officeDocument/2006/relationships/slide" Target="/ppt/slides/slide4.xml" Id="R3a4cc89f333541d5" /><Relationship Type="http://schemas.openxmlformats.org/officeDocument/2006/relationships/slide" Target="/ppt/slides/slide5.xml" Id="R78ca7b53f4f04596" /><Relationship Type="http://schemas.openxmlformats.org/officeDocument/2006/relationships/slide" Target="/ppt/slides/slide6.xml" Id="R53932e2993ef4d09" /><Relationship Type="http://schemas.openxmlformats.org/officeDocument/2006/relationships/slide" Target="/ppt/slides/slide7.xml" Id="R34ca1d1e5f854440" /><Relationship Type="http://schemas.openxmlformats.org/officeDocument/2006/relationships/slide" Target="/ppt/slides/slide8.xml" Id="R3ab4d98593574102" /><Relationship Type="http://schemas.openxmlformats.org/officeDocument/2006/relationships/slide" Target="/ppt/slides/slide9.xml" Id="R882d0c66ac984a4f" /><Relationship Type="http://schemas.openxmlformats.org/officeDocument/2006/relationships/slide" Target="/ppt/slides/slide10.xml" Id="Rbff98d108c9740ab" /><Relationship Type="http://schemas.openxmlformats.org/officeDocument/2006/relationships/slide" Target="/ppt/slides/slide11.xml" Id="Rd81466c11ba444f1" /><Relationship Type="http://schemas.openxmlformats.org/officeDocument/2006/relationships/slide" Target="/ppt/slides/slide12.xml" Id="R27befd5b8e1142f8" /><Relationship Type="http://schemas.openxmlformats.org/officeDocument/2006/relationships/slide" Target="/ppt/slides/slide13.xml" Id="Rb8d36631134e4fa4" /><Relationship Type="http://schemas.openxmlformats.org/officeDocument/2006/relationships/slide" Target="/ppt/slides/slide14.xml" Id="R8d360fa4e07c45ef" /><Relationship Type="http://schemas.openxmlformats.org/officeDocument/2006/relationships/slide" Target="/ppt/slides/slide15.xml" Id="R3603244963cf4118" /><Relationship Type="http://schemas.openxmlformats.org/officeDocument/2006/relationships/slide" Target="/ppt/slides/slide16.xml" Id="Rc4dc6a902b1448e5" /><Relationship Type="http://schemas.openxmlformats.org/officeDocument/2006/relationships/slide" Target="/ppt/slides/slide17.xml" Id="R4cfc30498d854701" /><Relationship Type="http://schemas.openxmlformats.org/officeDocument/2006/relationships/slide" Target="/ppt/slides/slide18.xml" Id="R0d2d040f01924608" /><Relationship Type="http://schemas.openxmlformats.org/officeDocument/2006/relationships/slide" Target="/ppt/slides/slide19.xml" Id="Rcedc2c0079a04369" /><Relationship Type="http://schemas.openxmlformats.org/officeDocument/2006/relationships/slide" Target="/ppt/slides/slide20.xml" Id="R25f7ec6dbac54431" /><Relationship Type="http://schemas.openxmlformats.org/officeDocument/2006/relationships/slide" Target="/ppt/slides/slide21.xml" Id="Rf37aca346e354ca6" /><Relationship Type="http://schemas.openxmlformats.org/officeDocument/2006/relationships/slide" Target="/ppt/slides/slide22.xml" Id="Rc7e2972301af41ef" /><Relationship Type="http://schemas.openxmlformats.org/officeDocument/2006/relationships/slide" Target="/ppt/slides/slide23.xml" Id="Raffcfbcc73d44694" /><Relationship Type="http://schemas.openxmlformats.org/officeDocument/2006/relationships/slide" Target="/ppt/slides/slide24.xml" Id="R4c6dc628fbb74a43" /><Relationship Type="http://schemas.openxmlformats.org/officeDocument/2006/relationships/slide" Target="/ppt/slides/slide25.xml" Id="R03b6f82452764684" /><Relationship Type="http://schemas.openxmlformats.org/officeDocument/2006/relationships/slide" Target="/ppt/slides/slide26.xml" Id="Re94673d3aff7474e" /><Relationship Type="http://schemas.openxmlformats.org/officeDocument/2006/relationships/slide" Target="/ppt/slides/slide27.xml" Id="R4f9d3112e17a445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9e2b21359f68439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b687fdf3e2e46c9" /><Relationship Type="http://schemas.openxmlformats.org/officeDocument/2006/relationships/notesMaster" Target="/ppt/notesMasters/notesMaster1.xml" Id="Rd2d938a55c274b5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a3163041c5947da" /><Relationship Type="http://schemas.openxmlformats.org/officeDocument/2006/relationships/notesMaster" Target="/ppt/notesMasters/notesMaster1.xml" Id="R62adc5e9619c415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8c2b566cc2e4670" /><Relationship Type="http://schemas.openxmlformats.org/officeDocument/2006/relationships/notesMaster" Target="/ppt/notesMasters/notesMaster1.xml" Id="R6b138bbb438a42e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89ab88ae2fc45cd" /><Relationship Type="http://schemas.openxmlformats.org/officeDocument/2006/relationships/notesMaster" Target="/ppt/notesMasters/notesMaster1.xml" Id="Rb0a9c53d1702445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6ed7e0106824ddc" /><Relationship Type="http://schemas.openxmlformats.org/officeDocument/2006/relationships/notesMaster" Target="/ppt/notesMasters/notesMaster1.xml" Id="R11a2dbba0396427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724cb6bc74a43d9" /><Relationship Type="http://schemas.openxmlformats.org/officeDocument/2006/relationships/notesMaster" Target="/ppt/notesMasters/notesMaster1.xml" Id="Re6677b6d358d49a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11e37b2e25747e6" /><Relationship Type="http://schemas.openxmlformats.org/officeDocument/2006/relationships/notesMaster" Target="/ppt/notesMasters/notesMaster1.xml" Id="Rdbe8fb383e0f41a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974222d5a3b4cd7" /><Relationship Type="http://schemas.openxmlformats.org/officeDocument/2006/relationships/notesMaster" Target="/ppt/notesMasters/notesMaster1.xml" Id="R1db429ab16bd427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4ae5ba5cb2947c2" /><Relationship Type="http://schemas.openxmlformats.org/officeDocument/2006/relationships/notesMaster" Target="/ppt/notesMasters/notesMaster1.xml" Id="R9e5c15957fc24aa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72f6c84ae1145ea" /><Relationship Type="http://schemas.openxmlformats.org/officeDocument/2006/relationships/notesMaster" Target="/ppt/notesMasters/notesMaster1.xml" Id="R1025ac59edf94cb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b1b9d4fbf0e48bf" /><Relationship Type="http://schemas.openxmlformats.org/officeDocument/2006/relationships/notesMaster" Target="/ppt/notesMasters/notesMaster1.xml" Id="Redb3a3fb93c44ca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4d1b2683b2a4ba5" /><Relationship Type="http://schemas.openxmlformats.org/officeDocument/2006/relationships/notesMaster" Target="/ppt/notesMasters/notesMaster1.xml" Id="R13073f8bc0df4d7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e470df5456c4c5d" /><Relationship Type="http://schemas.openxmlformats.org/officeDocument/2006/relationships/notesMaster" Target="/ppt/notesMasters/notesMaster1.xml" Id="R7879a22a1f20417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c37df356c924c2f" /><Relationship Type="http://schemas.openxmlformats.org/officeDocument/2006/relationships/notesMaster" Target="/ppt/notesMasters/notesMaster1.xml" Id="R824097ad5f97417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0d004b071b6436e" /><Relationship Type="http://schemas.openxmlformats.org/officeDocument/2006/relationships/notesMaster" Target="/ppt/notesMasters/notesMaster1.xml" Id="Rf7dbc65094574a1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190c015f6864455" /><Relationship Type="http://schemas.openxmlformats.org/officeDocument/2006/relationships/notesMaster" Target="/ppt/notesMasters/notesMaster1.xml" Id="Ra3dd9885a7bf4d8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90b4ac0b2954bd2" /><Relationship Type="http://schemas.openxmlformats.org/officeDocument/2006/relationships/notesMaster" Target="/ppt/notesMasters/notesMaster1.xml" Id="Rd342600598fb418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1ff27727799429e" /><Relationship Type="http://schemas.openxmlformats.org/officeDocument/2006/relationships/notesMaster" Target="/ppt/notesMasters/notesMaster1.xml" Id="Rae2a055e8ddc49c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e7dcf41f47c473f" /><Relationship Type="http://schemas.openxmlformats.org/officeDocument/2006/relationships/notesMaster" Target="/ppt/notesMasters/notesMaster1.xml" Id="Rddfcb285ca244a9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06508127c754f3e" /><Relationship Type="http://schemas.openxmlformats.org/officeDocument/2006/relationships/notesMaster" Target="/ppt/notesMasters/notesMaster1.xml" Id="R8eb109ea02444df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b4b6dd7710d47ad" /><Relationship Type="http://schemas.openxmlformats.org/officeDocument/2006/relationships/notesMaster" Target="/ppt/notesMasters/notesMaster1.xml" Id="R0fad50a6f4b745b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4a34259324a4b46" /><Relationship Type="http://schemas.openxmlformats.org/officeDocument/2006/relationships/notesMaster" Target="/ppt/notesMasters/notesMaster1.xml" Id="R49fa528c1ece4e0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5ed49fd022b4fb0" /><Relationship Type="http://schemas.openxmlformats.org/officeDocument/2006/relationships/notesMaster" Target="/ppt/notesMasters/notesMaster1.xml" Id="R253541098e0b4f5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18519713be44662" /><Relationship Type="http://schemas.openxmlformats.org/officeDocument/2006/relationships/notesMaster" Target="/ppt/notesMasters/notesMaster1.xml" Id="Rf8e127e59d80426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9bf47c205614d5e" /><Relationship Type="http://schemas.openxmlformats.org/officeDocument/2006/relationships/notesMaster" Target="/ppt/notesMasters/notesMaster1.xml" Id="R2d8c0ee5c72f4f2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eafc15830df488d" /><Relationship Type="http://schemas.openxmlformats.org/officeDocument/2006/relationships/notesMaster" Target="/ppt/notesMasters/notesMaster1.xml" Id="R9aea9973085c462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7cc4625925c4618" /><Relationship Type="http://schemas.openxmlformats.org/officeDocument/2006/relationships/notesMaster" Target="/ppt/notesMasters/notesMaster1.xml" Id="Rf813a7f3ceaf4c6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87acf9e5c24752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ef1f7bbb3b5b4e99" /><Relationship Type="http://schemas.openxmlformats.org/officeDocument/2006/relationships/slideLayout" Target="/ppt/slideLayouts/slideLayout2.xml" Id="Ra59fce979c1e4dd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59fce979c1e4dd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58bc0977104538" /><Relationship Type="http://schemas.openxmlformats.org/officeDocument/2006/relationships/notesSlide" Target="/ppt/notesSlides/notesSlide1.xml" Id="R7e0980bae86a47f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5f4a1aa9034cf2" /><Relationship Type="http://schemas.openxmlformats.org/officeDocument/2006/relationships/notesSlide" Target="/ppt/notesSlides/notesSlide2.xml" Id="Rc2345fb3ed414f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d0587bdd0424a49" /><Relationship Type="http://schemas.openxmlformats.org/officeDocument/2006/relationships/notesSlide" Target="/ppt/notesSlides/notesSlide3.xml" Id="Rb6a13e19618b44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dd2e6f79e34d00" /><Relationship Type="http://schemas.openxmlformats.org/officeDocument/2006/relationships/notesSlide" Target="/ppt/notesSlides/notesSlide4.xml" Id="R10495ab710da4b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207d99ee4c4520" /><Relationship Type="http://schemas.openxmlformats.org/officeDocument/2006/relationships/notesSlide" Target="/ppt/notesSlides/notesSlide5.xml" Id="Reef173fcc8494ed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e0f023f67540cb" /><Relationship Type="http://schemas.openxmlformats.org/officeDocument/2006/relationships/notesSlide" Target="/ppt/notesSlides/notesSlide6.xml" Id="R215be2ad74c34e3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56e1e29bc84f17" /><Relationship Type="http://schemas.openxmlformats.org/officeDocument/2006/relationships/notesSlide" Target="/ppt/notesSlides/notesSlide7.xml" Id="R2eea14f969824cf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7f21c72a304917" /><Relationship Type="http://schemas.openxmlformats.org/officeDocument/2006/relationships/notesSlide" Target="/ppt/notesSlides/notesSlide8.xml" Id="Rfc46975e35584ab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3dcba8c824400a" /><Relationship Type="http://schemas.openxmlformats.org/officeDocument/2006/relationships/notesSlide" Target="/ppt/notesSlides/notesSlide9.xml" Id="R32a66c0cccd4416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050735258b4e6b" /><Relationship Type="http://schemas.openxmlformats.org/officeDocument/2006/relationships/notesSlide" Target="/ppt/notesSlides/notesSlide10.xml" Id="R4c01a21b77ca4bb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dd507a41d24a0f" /><Relationship Type="http://schemas.openxmlformats.org/officeDocument/2006/relationships/notesSlide" Target="/ppt/notesSlides/notesSlide11.xml" Id="Rf08505f3b30d4a7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425a93fab54332" /><Relationship Type="http://schemas.openxmlformats.org/officeDocument/2006/relationships/notesSlide" Target="/ppt/notesSlides/notesSlide12.xml" Id="R804317da2115469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e42d7818bd47ef" /><Relationship Type="http://schemas.openxmlformats.org/officeDocument/2006/relationships/notesSlide" Target="/ppt/notesSlides/notesSlide13.xml" Id="Ra6c2a43ec0bd435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207e08e4f8456d" /><Relationship Type="http://schemas.openxmlformats.org/officeDocument/2006/relationships/notesSlide" Target="/ppt/notesSlides/notesSlide14.xml" Id="R159d4a5405974fd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650c4e80314090" /><Relationship Type="http://schemas.openxmlformats.org/officeDocument/2006/relationships/notesSlide" Target="/ppt/notesSlides/notesSlide15.xml" Id="R63d683e18e8d435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6c0cb750214d52" /><Relationship Type="http://schemas.openxmlformats.org/officeDocument/2006/relationships/notesSlide" Target="/ppt/notesSlides/notesSlide16.xml" Id="Re4bd785d9620430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2ad8224d5042f5" /><Relationship Type="http://schemas.openxmlformats.org/officeDocument/2006/relationships/notesSlide" Target="/ppt/notesSlides/notesSlide17.xml" Id="R13447077a11b46c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4253677140476c" /><Relationship Type="http://schemas.openxmlformats.org/officeDocument/2006/relationships/notesSlide" Target="/ppt/notesSlides/notesSlide18.xml" Id="Red6c8ae1fb6449f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f74c234d804946" /><Relationship Type="http://schemas.openxmlformats.org/officeDocument/2006/relationships/notesSlide" Target="/ppt/notesSlides/notesSlide19.xml" Id="R059364bedee245f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41c8687cd04048" /><Relationship Type="http://schemas.openxmlformats.org/officeDocument/2006/relationships/notesSlide" Target="/ppt/notesSlides/notesSlide20.xml" Id="R09c573addaeb427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088f466978488b" /><Relationship Type="http://schemas.openxmlformats.org/officeDocument/2006/relationships/notesSlide" Target="/ppt/notesSlides/notesSlide21.xml" Id="R53a199ac9e8048f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fbcd9f26ea4027" /><Relationship Type="http://schemas.openxmlformats.org/officeDocument/2006/relationships/notesSlide" Target="/ppt/notesSlides/notesSlide22.xml" Id="Ra3e95ed634f7463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293e6a5d65488b" /><Relationship Type="http://schemas.openxmlformats.org/officeDocument/2006/relationships/notesSlide" Target="/ppt/notesSlides/notesSlide23.xml" Id="R671c4e96c9aa4e9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6ce7a012824472" /><Relationship Type="http://schemas.openxmlformats.org/officeDocument/2006/relationships/notesSlide" Target="/ppt/notesSlides/notesSlide24.xml" Id="R25e1cc1b7156420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4c78df997e4bc3" /><Relationship Type="http://schemas.openxmlformats.org/officeDocument/2006/relationships/notesSlide" Target="/ppt/notesSlides/notesSlide25.xml" Id="Rdf5874eb5856452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121ee25544455c" /><Relationship Type="http://schemas.openxmlformats.org/officeDocument/2006/relationships/notesSlide" Target="/ppt/notesSlides/notesSlide26.xml" Id="R57eebb03a3cd45d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3a6e0fc7e74e52" /><Relationship Type="http://schemas.openxmlformats.org/officeDocument/2006/relationships/notesSlide" Target="/ppt/notesSlides/notesSlide27.xml" Id="Ra93f047a697c4e4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D73A79-01D3-4867-BFF7-78E27469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CB1BE4-4426-4301-BA73-6421224A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BDB97C-DC66-4283-A60D-8B8E91EF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PROJECT THESIS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11237C-B7AF-40C0-A89C-4E5A6FE1F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38250"/>
            <a:ext cx="7429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和趣要做社群团购与本地交易变现平台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4E57CC-9460-4112-BAAA-19A26F5C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647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7F7F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F7F7F7"/>
                </a:solidFill>
                <a:latin typeface="Aptos"/>
                <a:ea typeface="Aptos"/>
                <a:cs typeface="Aptos"/>
              </a:rPr>
              <a:t>面向团长、群主和私域经营者，用商品库、开团发布、分销帮卖、订单履约和售后结算完成社群交易闭环。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38377B-BAD6-455A-BCD6-46FC97098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2286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8C1580-01BE-4478-B13C-E39B7392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99760F-058F-4628-82D8-2D8298B1B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05425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开团类型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C7C8B4-987E-4D83-A738-FD978A76F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762500"/>
            <a:ext cx="2286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482D50-12D0-47DD-AAB4-949730B36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933950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954BA1-F9D2-4C99-8EEC-6D6FB1C9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5305425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履约订单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25D66D-4B0E-40AB-876F-50EF6487D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62500"/>
            <a:ext cx="2286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F91E18-3BC4-4886-B435-57D4F63C1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933950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B08D90-30FC-4033-9348-FAE7FC75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305425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一级帮卖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77D519-8E30-45DA-8F17-29A1E10BD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762500"/>
            <a:ext cx="2286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6DA597-513A-44E7-BF8D-4B9ED8D7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933950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V1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865699-74AE-427C-B316-4A722D6E4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5305425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交易闭环</a:t>
            </a:r>
          </a:p>
        </p:txBody>
      </p:sp>
    </p:spTree>
    <p:extLst>
      <p:ext uri="{BB962C8B-B14F-4D97-AF65-F5344CB8AC3E}">
        <p14:creationId xmlns:p14="http://schemas.microsoft.com/office/powerpoint/2010/main" val="42733218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B2EC62F-E87E-4435-B679-C50268D07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DF11F7-6B3B-4342-A9B6-E71D3A9F2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MEETING GOAL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A3ECAC-B6B9-4436-915B-7FCBAF2D0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19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这次会议让全员第一次完整理解项目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9CFD6B-6BAC-488F-9BEF-4BF3B3B83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本次不是讨论单个页面，而是统一项目定位、赛道、用户、市场空间、核心功能、MVP 和迭代路线。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AA6C71-5562-4109-BBBD-8339188CF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28DBA1-2C94-4A07-8AC8-D1A32E12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3362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5644E7-34D6-4339-96C9-96E91CD7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听众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2DDA66-58AF-4F98-A976-BF30D7258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49555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产品、运营、设计、开发、商务、客服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EFC821-152B-495C-98CB-A8C293C0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6227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05BA0D-F966-4232-9A90-14C13501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3372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输出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A72894-AE0E-43A5-B7E0-65B12795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12420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理解项目是什么、先做什么、什么不做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BC282C-4619-41C1-B676-F2636FF0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9092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0BD8A5-D469-44CE-BE74-2FD7C51CE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623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边界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008F80-137B-4BD4-BCBF-D9DE0F38D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75285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不展开内部资料来源，不承诺未验证收入</a:t>
            </a:r>
          </a:p>
        </p:txBody>
      </p:sp>
    </p:spTree>
    <p:extLst>
      <p:ext uri="{BB962C8B-B14F-4D97-AF65-F5344CB8AC3E}">
        <p14:creationId xmlns:p14="http://schemas.microsoft.com/office/powerpoint/2010/main" val="84351987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654CA7-B44F-41C1-9CAA-D7CB98F77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40EBB9-BB53-41E8-A92C-FABCDDA32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CATEGORY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A1DC62-49C8-432D-BEB1-20F2380A8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19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我们进入的是私域电商、社群团购和本地生活交易交叉赛道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08108A-7A32-4E54-AF6D-58A36FB37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和趣不与公域平台正面抢流量，而是服务已经拥有社群触达的人。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00C310-CAAC-429F-BA5C-FC2DA0A8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DEBC74-EE13-40E2-9F05-B82DFE2A3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1937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8114F0-B1BC-447C-BE7C-717B3EBD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主赛道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D84F3B-A5AA-4B61-BB15-BCB5190E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956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私域电商 / 社群团购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E094FE-E3AE-4180-AD03-E472F489B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61937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453247-962C-4EFC-86EA-585B23737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延展赛道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72C204-D4A3-4162-8A64-4E7915E28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0956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本地生活交易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8CBDB4-57C2-407E-873D-D97C636F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1937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BA7E54-8D12-44D3-9C70-227BE1283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813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首期切口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9761F9-BE29-4A5F-BBC6-55C41349C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956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低风险交易形态</a:t>
            </a:r>
          </a:p>
        </p:txBody>
      </p:sp>
    </p:spTree>
    <p:extLst>
      <p:ext uri="{BB962C8B-B14F-4D97-AF65-F5344CB8AC3E}">
        <p14:creationId xmlns:p14="http://schemas.microsoft.com/office/powerpoint/2010/main" val="67558784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BBDFC6-0D6D-40D3-8066-842693B9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14DB46-BA29-4666-B611-86AD50DCD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WHY NOW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4ADE16-040C-4E86-B8F8-FA3ADC5C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19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公域获客变贵后，社群经营需要可交易的系统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8D102A-FC37-47D0-A71F-B71785AB1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私域的价值不只是反复触达，而是把信任、交易、履约和售后放进同一闭环。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EC56A6-01CE-4794-B804-55C1CCAFC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1221AB-6FE2-4E7E-AF75-F0A225DB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9525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0F3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065314-8AAC-4CE8-B041-93414FD9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0985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F45EC6-ED47-477E-9DC0-1935129A3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09850"/>
            <a:ext cx="781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用户增量见顶，私域重视长期触达与转化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6815AF-19AC-4CB1-903B-4BDB17D2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9525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769C13-960E-413A-B41E-9A9F8A2C5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766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C31199-90CA-4A5A-A006-4318CBA9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76600"/>
            <a:ext cx="781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微信小程序已经是成熟交易入口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EDD03B-ED2A-4719-B74D-0F9DC6429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0"/>
            <a:ext cx="9525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300F82-4248-4E37-96E7-4A58013F0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4335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76B959-77CD-4402-ABD8-C69C3F7F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43350"/>
            <a:ext cx="781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社群交易从人工统计走向系统化履约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E341A1-9937-4DD3-9813-F5FE1A720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76750"/>
            <a:ext cx="9525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77A6DD-D448-43C4-ACD2-DA61251F1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101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DD8D65-145D-46E7-8101-42A202ECA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10100"/>
            <a:ext cx="781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本地活动和卡券更依赖核销与售后</a:t>
            </a:r>
          </a:p>
        </p:txBody>
      </p:sp>
    </p:spTree>
    <p:extLst>
      <p:ext uri="{BB962C8B-B14F-4D97-AF65-F5344CB8AC3E}">
        <p14:creationId xmlns:p14="http://schemas.microsoft.com/office/powerpoint/2010/main" val="171771416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46B123C-53C8-43DE-A3B4-3CE8990D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4367F4-28A5-4DAD-A97D-11D26684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MARKET SIZE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F79A51-E087-4C61-8E2F-5E8AD642F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19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TAM 很大，但和趣要用 SOM 验证真实切入点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8759D6-61BE-4F42-924B-802D4364F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市场页采用保守口径：大盘证明方向值得做，SOM 才是首期经营目标。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4240AC-268F-4A1F-85AD-512CAC92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D92B7D-4C75-4413-935A-500BD7390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23336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F52D21-2AC1-441E-90C9-583F67C39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33700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3万亿+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1F82F0-182D-4261-BCAB-44F090624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05175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2025E 私域电商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0E1857-A848-4C8F-A3F8-EF339B859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762250"/>
            <a:ext cx="23336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0512F9-CB89-4FD9-A3AF-D6783D7B0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933700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9.50亿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D226F3-5688-4FBB-98FD-F0DFF142E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305175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微信小程序流量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F736C6-88E8-46C4-9289-15DE9020B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62250"/>
            <a:ext cx="23336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3CF359-2414-4D33-8062-6CDD87D78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933700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10.9万亿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943751-C435-4A03-92D9-A144D990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05175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线上本地服务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630A77-EB6C-42CC-9A1F-F1BA8063B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762250"/>
            <a:ext cx="23336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DE1CF5-1D16-48B1-A73A-A39D9A10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933700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SOM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B13FA1-A100-4E6A-8A1D-A75AC27E1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305175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首期真实订单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8CE233-857B-4EE3-912C-55AA628AB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10250"/>
            <a:ext cx="876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来源：艾瑞咨询、QuestMobile、艾瑞转引本地服务口径；仅用于方向判断。</a:t>
            </a:r>
          </a:p>
        </p:txBody>
      </p:sp>
    </p:spTree>
    <p:extLst>
      <p:ext uri="{BB962C8B-B14F-4D97-AF65-F5344CB8AC3E}">
        <p14:creationId xmlns:p14="http://schemas.microsoft.com/office/powerpoint/2010/main" val="206938532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BE9A90-052A-4648-92A3-93A890482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3B3DCC-5932-4AFF-A807-1E9D3076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USERS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934BB8-585A-4CC6-BE55-30D1023B6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19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平台连接五类角色，核心服务团长和群主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296AE8-7C1E-4AAE-BBF9-5982F3EB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每个角色都围绕交易闭环，而不是围绕内容社区。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EDB508-E2DC-4DB7-BB66-B5433E7E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DC2CE8-A79B-4B92-A4BA-8816BFD9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3362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28B2E6-F6B8-4500-9A44-38F409AF0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团长/群主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28FDEA-18FA-409B-8DA9-3E1C7C3D0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49555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发起开团、分享成交、管理收益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9BEA2D-4B0B-4ECF-B909-F36527988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6227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073593-2661-47F3-AD78-B772FF37C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3372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供给方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3BECAF-8EF2-4F85-93F2-9A1FCEE9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12420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入库供给、承担履约和售后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3C6FD1-49CD-4A08-9934-5D8826495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9092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50F32B-8053-4EAA-BF3A-626FC39D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623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推广团长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B5D1DD-5291-4A6D-A130-C0FC12710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75285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选品帮卖、赚佣金或价差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A3AE06-92FE-411E-ADF9-B6E54FF4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1957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8E444B-2B95-4036-B0A4-E50743840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9102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消费者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0614D5-F9FF-420C-9B21-117528A3C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38150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下单、核销、售后、复购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FDD57D-D18E-413A-9D4B-0BCEC8A7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4822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A68217-D32F-4FC3-A715-F3027A10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96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平台运营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D7B895-85C4-4281-8780-5C2FE93FA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01015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审核、风控、工单、结算监督</a:t>
            </a:r>
          </a:p>
        </p:txBody>
      </p:sp>
    </p:spTree>
    <p:extLst>
      <p:ext uri="{BB962C8B-B14F-4D97-AF65-F5344CB8AC3E}">
        <p14:creationId xmlns:p14="http://schemas.microsoft.com/office/powerpoint/2010/main" val="156355007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3D19D5-4A7F-4C35-BDC7-F3A7BE9B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15E0C0-50CF-4A61-917C-D92783B5F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PAIN POINTS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9F41F9-F52B-4C31-95ED-F8A2367C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19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社群交易的痛点不是流量，而是发品、履约、售后和分钱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A6786A-E301-4014-92F0-772781BF9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群里能卖出第一单，但靠人工很难持续经营。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869310-814E-43D1-9C2D-F5B7BCE25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A2C7F-1FDE-441F-A84C-FE6D46E6E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2887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497E6C-8CD0-4311-AE8E-ED66AE6A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发品难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D8C08F-D43F-462D-BCE2-691A6470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051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活动、商品、卡券、服务字段不同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B54389-D9A2-46CE-A407-0AF1CF00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42887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0AF7EC-6AC9-48ED-8139-4E856F6B2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908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统计难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623B6A-7828-489E-BE99-DA1F797CF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9051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报名、支付、退款靠人工对账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2B4FB1-70CC-4464-B549-30CB65106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2887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D5C584-BB19-413D-A5FA-2EDABD94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908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履约难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5F8489-E356-49B4-92A4-E01DF157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051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核销、发货、自提、券码和预约分散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4A911A-885F-42C6-B3E2-0F05022DF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6237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4B9F8F-E05B-4B2D-B394-B0AD6BEA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243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售后难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EDF1B3-6E99-42DD-B174-16A0F9088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386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问题发生后责任方不清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6C5314-B0D3-4F9B-AF3E-F16C52803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76237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4EC369-0443-4845-BC50-FBA3A36A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243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分钱难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3DB937-A27E-42C7-8D92-1018EEA59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2386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佣金、加价、优惠和退款算不清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8D04C5-650B-4C5A-9577-B1BC0592B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6237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CDC6BD-330C-415F-B121-A7852ADCF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243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复购难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BC38E0-913A-41FB-AA78-C9C9AC299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386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交易数据沉在聊天记录里</a:t>
            </a:r>
          </a:p>
        </p:txBody>
      </p:sp>
    </p:spTree>
    <p:extLst>
      <p:ext uri="{BB962C8B-B14F-4D97-AF65-F5344CB8AC3E}">
        <p14:creationId xmlns:p14="http://schemas.microsoft.com/office/powerpoint/2010/main" val="194269277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09B658-A448-4626-8CA1-6BE2A93C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4532A1-AAC3-4FA0-B410-B435C76C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PRODUCT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6DB340-D93A-4E0A-AB62-37D39491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19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产品主线从社群建店开始，到复购经营结束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235A07-4C9C-449C-80B0-A9B457D5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这条链路是所有功能判断的尺子。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A7D832-28BC-4B90-8303-D9B9D7462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14CC4F-04F9-4450-BC60-1123F94A9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05125"/>
            <a:ext cx="1066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6ECBA2-5ED4-40EC-B520-6781FD4D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76575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社群建店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96FD84-306F-4093-B014-51F29DC2B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0956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25B76C-97CE-4270-99F5-32231A96E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781425"/>
            <a:ext cx="1066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434FD9-B23D-4E75-BA54-8FDFA37D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3952875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供给入库/选品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35EF7D-F035-4553-BA6C-208C080A0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39719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11B21D-571F-4301-B4D1-CB3FBF51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05125"/>
            <a:ext cx="1066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D04D4B-AD5D-48C4-A4F0-23ABE86A8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76575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开团发布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7701F3-7C6A-4013-AEBE-1616EFCE6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0956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5AEC6D-C4D9-478C-BF85-41A6E1885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781425"/>
            <a:ext cx="1066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38B948-18EC-4861-9A49-A65DDD40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952875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分享/帮卖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43632E-75A0-4A8E-A315-346A798BB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9719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A352B1-9560-4DA0-921B-3D8788AA4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1066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687DF3-4349-4DA7-8D91-52457F3D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76575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下单支付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B3CD88-99E7-4071-B0BE-39DF7ABC5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956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6C9A43-670A-4B34-98C3-11DD0C04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781425"/>
            <a:ext cx="1066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C164BA-2649-4FDE-A695-F7564ECC8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952875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履约售后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7D70BD-3BA6-43AC-A393-F105FF5B3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39719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B56DC7-9B60-414F-B87F-FEFD80FAE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905125"/>
            <a:ext cx="1066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F71AD6-921B-459C-BC25-A7F6CA04E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076575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收益结算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CC7076-E949-4730-BDD3-1958A9A29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0956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1CB007-1DE1-4EBF-965F-D05B60488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781425"/>
            <a:ext cx="1066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7D94A5-C3C3-40CE-905C-8A715EA95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3952875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复购经营</a:t>
            </a:r>
          </a:p>
        </p:txBody>
      </p:sp>
    </p:spTree>
    <p:extLst>
      <p:ext uri="{BB962C8B-B14F-4D97-AF65-F5344CB8AC3E}">
        <p14:creationId xmlns:p14="http://schemas.microsoft.com/office/powerpoint/2010/main" val="29521548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1CAC07-FE03-4957-A570-127415C1C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843B3A-2E18-4222-AE7B-3C9E55B1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PRODUCT FORM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584958-4EC3-453E-8466-AF435100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19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同一小程序承载多个团长的专属社群店铺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D91383-76B2-43DC-B8DA-00E496171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不为每个团长生成独立小程序，而是在同一平台里生成独立主页、货架、分享路径和订单归因。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3B23C0-5A04-49FC-A21C-96A725B28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9A2EC1-97A9-46F7-97D0-136C68412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76250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BD29C8-6B69-4B8F-BB1D-2A2544D2A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71750"/>
            <a:ext cx="476250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6365C6-955B-4944-99E6-BA7557B47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05125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团长选择社群类型和兴趣标签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C35DCB-8B73-4313-B22C-7F84E82A0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33375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模板影响首页模块和推荐货架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DA117A-4273-4709-9508-DC345341B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店铺、单品、券和团购页均可分享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9E077F-BEF7-4CAA-BB88-4FB40E2BF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905125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消费者看到团长来源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862AF6-D34A-4A58-9E6F-4EA0A0FB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33375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订单进入统一履约中心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5B12B2-0E43-4008-AAE9-4FC0513EF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762375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售后和收益回到平台账本</a:t>
            </a:r>
          </a:p>
        </p:txBody>
      </p:sp>
    </p:spTree>
    <p:extLst>
      <p:ext uri="{BB962C8B-B14F-4D97-AF65-F5344CB8AC3E}">
        <p14:creationId xmlns:p14="http://schemas.microsoft.com/office/powerpoint/2010/main" val="62869006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0E9CA8-E3B8-471A-A3DC-27FE9D50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97471A-C6B0-49EC-86BC-A98F32BC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MODULE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ECA770-0BB4-4FEF-9EBF-66FED4516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19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核心模块必须一起工作，而不是堆功能清单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63071F-B7DB-46D7-8DFF-D76699D71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模块之间的关系是交易闭环：供给可发布，订单可履约，收益可解释。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6285B6-0713-4E4F-B4A5-A9FC3D683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84A806-F4B3-46A8-9CBB-B1E9AFCFE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2887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2FE9C1-86CB-4C30-A136-EC0B0677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社群与店铺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E5BD06-5513-41EF-A1E3-5721C5EC9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051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经营阵地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D1D9C9-E472-402B-8954-626380221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42887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D7EE5A-957A-497E-9FB8-3722B6540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908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商品库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E651D2-FFFD-4151-AA1A-6B3B5FB34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9051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供给与责任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036C60-A00E-4214-BB24-96ED3B796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2887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59D45F-630F-4D7E-8EAD-1F764D1D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908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开团发布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FC40E9-D2E8-44B8-A25B-56EF843A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051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销售动作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4F35E9-E1B2-44BE-9B6D-5EA405430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6237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4E6AD5-DBDA-490C-A35E-EE125BBC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243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订单中心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038005-C3E1-4FFD-AF28-03643DBA5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386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履约状态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62C1F2-40C8-46B8-8187-3FCD9F4D4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76237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AF74D6-8DE6-4FA6-B3BF-B809F46E2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243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分销帮卖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5B96BF-F8C1-407D-8AEE-656BFE38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2386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增长与收益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6E91E8-F547-499B-A7F4-BD368671B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6237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0365DB-BE57-4D38-8A3D-CDFF7AD9D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243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售后/账本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90F1BA-48C7-4CA7-8992-6AEF51DE9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386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信任与结算</a:t>
            </a:r>
          </a:p>
        </p:txBody>
      </p:sp>
    </p:spTree>
    <p:extLst>
      <p:ext uri="{BB962C8B-B14F-4D97-AF65-F5344CB8AC3E}">
        <p14:creationId xmlns:p14="http://schemas.microsoft.com/office/powerpoint/2010/main" val="99393513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E633DC9-DDF0-40CB-8385-9E2A4FBB8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4D96B5-62F1-43EA-8212-134271CD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SUPPLY LIBRARY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AE3D56-8787-40A3-9B5E-BD98411FA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19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商品库不是商品列表，而是所有可交易供给的入口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AACABF-0F9B-4463-9129-744582D7B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先入库审核，再允许团长开团或帮卖。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02CC9D-6FFB-4220-8F4B-E5C0696CE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53239D-2920-48B6-A1FE-F2FD1BCF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3362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839B94-F8DF-4EFE-921C-25138A895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活动票务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590E6F-8180-4930-AE43-ABE46EDEA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49555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亲子、青年、创业活动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3C6D9F-2479-490E-BD98-A2D18A01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6227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756B75-C6E9-42D1-BA1D-2E40410AF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3372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实物商品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7C7296-2178-412B-9159-C98DE33F0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12420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低风险标准商品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E1AD64-49E8-4C71-B626-00D6F101E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9092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729A6C-BBD6-4B1E-A793-6D0EA0943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623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自提商品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96D10-D040-407E-853D-0AC5688BF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75285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社区/门店自提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66ED93-187E-49D7-B9F4-35259E887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1957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13F274-92E4-4DC6-9A74-B51CCEDA7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9102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虚拟卡券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EDCB6E-F79D-4281-AAAB-1BE2876A4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38150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电子券、次卡、权益包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AA0EAF-0FFF-4807-B5C9-6D04BF5B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4822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91740D-400F-4813-9E32-DA25941D0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96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到店服务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697A5C-7048-4195-B121-D768FFAF1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01015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预约核销型服务</a:t>
            </a:r>
          </a:p>
        </p:txBody>
      </p:sp>
    </p:spTree>
    <p:extLst>
      <p:ext uri="{BB962C8B-B14F-4D97-AF65-F5344CB8AC3E}">
        <p14:creationId xmlns:p14="http://schemas.microsoft.com/office/powerpoint/2010/main" val="145902068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8CCF296-C731-4E3B-8066-1D891270F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367F04-D614-49D3-88A1-2AAFB4FCC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LAUNCH MODE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CEE2F9-B96D-4417-B1EA-E5E5E77F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19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发布功能改为商品库 + 开团类型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C611F7-9A4D-436D-8EA5-ED014DE9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参考快团团的开团组织方式，但用审核、履约规则和品类白名单控制风险。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83227F-98C5-4308-99EA-C5745C11D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245258-2794-41FE-8192-CCB76B33F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9875"/>
            <a:ext cx="1866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80A711-8E9D-4263-ACE5-0158CF00A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1571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普通团购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B78867-4E9D-49C7-85CB-F6A36BB3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1571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现货/标准供给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7536AE-E922-4F49-A85C-E291A9071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809875"/>
            <a:ext cx="1866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95150D-53EC-457A-8A83-E7014DDEB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09900"/>
            <a:ext cx="1571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预售团购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3FA47C-7C55-4155-ACBC-0DDF7C2BC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429000"/>
            <a:ext cx="1571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先收单后履约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416410-996E-4EF2-A12B-819516F3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809875"/>
            <a:ext cx="1866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B2428F-3435-4323-BC40-A301C7828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009900"/>
            <a:ext cx="1571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卡券团购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A3EE24-B484-4305-B6AC-D59E9E0DF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429000"/>
            <a:ext cx="1571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券码/次卡/权益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C2C790-5396-41E6-A0D6-EB912737C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809875"/>
            <a:ext cx="1866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F85E6D-B527-4AD1-8E3F-DC3BC851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009900"/>
            <a:ext cx="1571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活动报名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9A33CE-6A28-4624-ADAA-B4D0FCDB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429000"/>
            <a:ext cx="1571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场次/票种/核销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FE37A5-FBE6-460F-9FC4-E7CC1FE62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09875"/>
            <a:ext cx="1866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B18763-F821-4467-A08A-C3C5BAF5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009900"/>
            <a:ext cx="1571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到店服务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EF2E02-0652-451C-9B2D-AE7172520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429000"/>
            <a:ext cx="1571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预约/到店核销</a:t>
            </a:r>
          </a:p>
        </p:txBody>
      </p:sp>
    </p:spTree>
    <p:extLst>
      <p:ext uri="{BB962C8B-B14F-4D97-AF65-F5344CB8AC3E}">
        <p14:creationId xmlns:p14="http://schemas.microsoft.com/office/powerpoint/2010/main" val="141612606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00449B-35AB-4BE5-8A45-F74ACA290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9A35B3-5ED5-449A-8342-752ECFA6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ACTIVITY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0102FC-DE21-4E5A-A589-0B4026EF8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19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活动变现优先验证，因为它最接近现有业务基础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E40846-3639-4093-979C-6A288EB78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活动报名需要把场次、票种、报名信息、保险、核销和退改规则结构化。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75C2CE-14C1-4965-85CB-858172FE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443C7D-7D78-49A2-8322-A3D2651D0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76250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C34D68-5035-45DA-9D1C-6ADB4D6C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71750"/>
            <a:ext cx="476250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59292D-C969-4594-8337-2BB25119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05125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亲子活动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C785F9-3380-42DC-A061-D0974805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33375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青年兴趣活动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8FEAF5-59B1-4791-A6C7-C40F89FE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创业交流活动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9AE54C-66B4-43BD-9364-83BE43446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905125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多场次/票种/名额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714AF2-F17B-4207-8314-2EFC52973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33375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购买须知和保险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CECE0B-52E7-4DE2-9BC4-88B16446A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762375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到场核销与退款工单</a:t>
            </a:r>
          </a:p>
        </p:txBody>
      </p:sp>
    </p:spTree>
    <p:extLst>
      <p:ext uri="{BB962C8B-B14F-4D97-AF65-F5344CB8AC3E}">
        <p14:creationId xmlns:p14="http://schemas.microsoft.com/office/powerpoint/2010/main" val="62999406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3F393B-C4DF-474A-BC6C-9CB34F05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5BD777-61A3-4E4C-B990-5F47CE214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COMMERCE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DA42F7-8AA1-4D08-BE0D-3F8E1A22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19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电商变现的关键是履约方式，不是商品列表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2F79DC-25E1-4B43-A5D8-BFB9F4171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物流、自提和预售需要不同状态，但共用同一订单和售后底座。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1E63D5-8DDC-4E3D-A8A9-5FA71EB2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6CF8D4-0C26-464B-99D5-5475EB3DD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1937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C96971-5F86-4A45-A454-14C6BFE3A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物流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44252A-C940-4B76-A179-D3E6885F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956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规格、库存、发货、退货退款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5ECDC9-1D2F-4870-A9D6-62A3F815A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61937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A8E9B8-2648-4814-A47F-228CE69F5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自提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D7A3BE-B573-499C-9471-6B66574BA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0956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自提点、提货码、核销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E3CF23-5B75-4A4A-8DA1-93358FAA7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1937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12DA5A-8C37-4DE1-9AA5-B2655B8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813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预售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8D5C9F-CEE8-480D-A037-7C3475712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956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截止时间、预计履约、取消规则</a:t>
            </a:r>
          </a:p>
        </p:txBody>
      </p:sp>
    </p:spTree>
    <p:extLst>
      <p:ext uri="{BB962C8B-B14F-4D97-AF65-F5344CB8AC3E}">
        <p14:creationId xmlns:p14="http://schemas.microsoft.com/office/powerpoint/2010/main" val="4603133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1D374C-741A-44DB-8FA2-89ADE4DD7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C14838-191A-421D-81D9-7C288DD75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VOUCHERS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96D9EE-D275-4C8A-988E-571CEA8A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19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卡券团购是本地交易的轻量入口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0A8C83-9551-4BD7-AAA1-5DA951C58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电子券、次卡和权益包降低履约复杂度，但必须把有效期、核销和退款规则讲清楚。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CEC689-D361-4BE9-982A-7BAC66784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92B804-4718-47DF-AD71-220102111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76250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318B99-AD2C-45FA-95E4-DB3E3492C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71750"/>
            <a:ext cx="476250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311ACA-05C1-49C8-84D1-30FA1D00E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05125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单次券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1747EE-56E0-44E4-924E-BE48F4D48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33375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次卡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70CD21-BD51-463A-A005-E8ED8D53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权益包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6FA22B-EE8F-4DDE-AE4A-9E2F1CFCF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19100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体验券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50EF33-E903-4404-858C-7D15991C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905125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支付后发券码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6F87FF-E90B-47B0-B4A6-2903797E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33375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到店扫码核销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E7BEBF-B823-4F7A-B63A-CD7E38D0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762375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未使用可退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01307C-068E-4120-8748-14ADEFC52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19100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部分使用按规则退</a:t>
            </a:r>
          </a:p>
        </p:txBody>
      </p:sp>
    </p:spTree>
    <p:extLst>
      <p:ext uri="{BB962C8B-B14F-4D97-AF65-F5344CB8AC3E}">
        <p14:creationId xmlns:p14="http://schemas.microsoft.com/office/powerpoint/2010/main" val="1701182339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1157F0-58E9-4226-8E90-98AEB5287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477204-1F75-405B-9D23-EB9F6716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LOCAL SERVICE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56D60E-3FF3-408C-92E6-45BF15ED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19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本地服务从到店预约核销切入，不开放高风险服务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ACB16E-3420-4D7B-A6C5-350C67A25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到店服务是受控补充场景，不能一开始覆盖上门服务、医疗美容或强效果承诺。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B4C6CA-84B6-4DEF-A3FD-B8177307B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147E58-D99B-4D97-A0BD-5891C6EC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3362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929C1E-0A37-424F-8C94-9F380EF81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上架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78C067-6E53-4257-87FD-EE9A5EADC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49555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门店、服务规格、可预约时段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301260-8DA3-44C7-AFCE-489B3486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6227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93E940-1A63-4F13-B2DA-25863107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3372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下单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3BA7A9-1827-4670-9926-024BEC80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12420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选择时段并支付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BA9C65-AE9E-42EC-BD1F-5D5E105D3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9092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BB6B2A-B69C-4252-810A-DDFB9441C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623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履约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FB8BB7-642C-4812-A41A-7D17BFE36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75285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到店服务后核销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35A157-DAD0-4977-9446-33FC8F52E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1957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E4DC66-5529-4C61-9BB4-D4D54E88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9102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售后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80DB77-5D6A-4718-BCE5-7CAA9082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38150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取消、改期、未服务退款、投诉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2B0380-3008-49F6-A720-13CF75F4F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4822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A4AFC5-E9F3-48BF-B2DD-2573D3BC5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96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禁止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C28FF8-8AFA-4CCB-99D0-7CCFF10A9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01015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上门、医疗美容、高安全责任服务</a:t>
            </a:r>
          </a:p>
        </p:txBody>
      </p:sp>
    </p:spTree>
    <p:extLst>
      <p:ext uri="{BB962C8B-B14F-4D97-AF65-F5344CB8AC3E}">
        <p14:creationId xmlns:p14="http://schemas.microsoft.com/office/powerpoint/2010/main" val="23959762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C8D0D7-2D03-403C-9A4F-BDF2B6119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07C64C-E0A8-4B9D-9DC3-389AD65A9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ORDERS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6DBA8A-9E3B-40EF-832C-ECFCE915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19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订单中心按履约类型组织，让用户找得到状态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AA60FC-5B44-4833-AF65-EEF125DBC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所有订单共用详情、售后、退款和收益账本。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535413-FDF3-4485-90C0-144A8CD51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3D8DF1-E970-462D-8787-781D91805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9875"/>
            <a:ext cx="1866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36D7F4-ACA9-48C8-B208-1A431011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1571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活动订单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E721C9-89B5-4820-9A21-43A52D446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1571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报名/核销/取消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FE38DB-D4CF-4D67-B100-AD6B1C2C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809875"/>
            <a:ext cx="1866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8FBD24-FC7C-4BEA-9D31-B3B01ECA2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09900"/>
            <a:ext cx="1571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物流订单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DA11CA-290C-4D79-BD63-CC48F2580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429000"/>
            <a:ext cx="1571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发货/签收/退货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20146F-8550-4DCF-A727-7100A7C48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809875"/>
            <a:ext cx="1866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AACF12-87D1-4BCD-925C-9EECE9E40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009900"/>
            <a:ext cx="1571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自提订单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53CE89-0929-4F9A-BE02-989AF25C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429000"/>
            <a:ext cx="1571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提货码/未核销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61845E-9D46-4FD7-B470-333A08423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809875"/>
            <a:ext cx="1866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5624BD-977C-4FF5-9DAE-A57E209BB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009900"/>
            <a:ext cx="1571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卡券订单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D803BE-DA7D-4D75-88B7-59395A918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429000"/>
            <a:ext cx="1571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待使用/剩余次数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BE4388-65ED-415B-9A35-6F6AD023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09875"/>
            <a:ext cx="1866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26E513-B535-425F-BBB0-8D7CBC550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009900"/>
            <a:ext cx="1571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服务预约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7A70E8-59AE-4E7D-8F9D-85052630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429000"/>
            <a:ext cx="1571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预约/到店/投诉</a:t>
            </a:r>
          </a:p>
        </p:txBody>
      </p:sp>
    </p:spTree>
    <p:extLst>
      <p:ext uri="{BB962C8B-B14F-4D97-AF65-F5344CB8AC3E}">
        <p14:creationId xmlns:p14="http://schemas.microsoft.com/office/powerpoint/2010/main" val="221017018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F9529B-BED4-4574-83EC-2255862D0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60087F-8564-4C11-B701-6F26CCBB3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DISTRIBUTION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454B21-BDA6-4B84-9AA5-1A521DFE9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19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分销帮卖首发只做一级，先把钱算清楚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1B75CB-6BF5-4CEA-8155-A1A1204B7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一笔订单只记录一个直接推广团长，同一供给只能选择一种推广模式。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DC7940-43F6-42C2-909B-B877141B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F12E25-243E-4778-B1B4-65C2F015C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76250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E61E43-1E25-4E7C-BF84-0ADA77E92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71750"/>
            <a:ext cx="476250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1D99B4-91AB-41BF-A821-4D9CC2DF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05125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固定佣金分享赚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31AF47-489E-43B7-9021-3BA766165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33375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消费者价格一致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B83D7E-8A87-4F45-A33E-EDC80F064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发布方设置每单佣金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F6BB8D-D0C3-4227-98C2-4328BC09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905125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加价帮卖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FD2736-3E84-42FC-A460-CBFB56F7E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33375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发布方设置结算底价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A99936-0311-40C2-8154-2113C757B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762375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• 推广方设置终端售价</a:t>
            </a:r>
          </a:p>
        </p:txBody>
      </p:sp>
    </p:spTree>
    <p:extLst>
      <p:ext uri="{BB962C8B-B14F-4D97-AF65-F5344CB8AC3E}">
        <p14:creationId xmlns:p14="http://schemas.microsoft.com/office/powerpoint/2010/main" val="45586692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06577B-72E0-4B81-8F29-8A9E7A68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6CBEBF-5744-4607-A1D1-4E410698F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COUPONS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BD9271-3231-456A-A4AF-761624BE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19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优惠券首发可做，但必须绑定承担方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D9E8CF-CFBE-4DCB-995D-D793C9B8A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优惠是成交工具，也是账本风险点。首发只做可解释的店铺券和单品券。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747FF1-B2AF-4152-8FA3-131015A2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53A6BF-46E1-4E7F-A97D-AFD50E8F8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9525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0F3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86DC6D-31EF-40BE-8954-303F6ABE5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0985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FA709B-042C-41BD-8395-A932F7DA4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09850"/>
            <a:ext cx="781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自售订单：发布方承担优惠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71CDAB-AF83-4809-923D-56EA85E08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9525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5E5DFE-2709-479A-BA86-17DEA4B6F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766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B063D4-B80D-45D0-B67B-90E65484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76600"/>
            <a:ext cx="781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推广订单：推广方发券优先从推广收益承担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8C41BC-77E3-425B-BD96-CB24AF7BB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0"/>
            <a:ext cx="9525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84CFDF-1310-4484-AC23-1ACF3ABF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4335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6266DB-9844-445C-A42A-88F37CC4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43350"/>
            <a:ext cx="781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不得侵蚀发布方底价或造成负收益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C8BB1E-FBDB-412B-8E89-73CC1A0B2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76750"/>
            <a:ext cx="9525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D06B2-AA7A-4D8D-8BD7-BEE5B22C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101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52EB69-B63D-4A4B-B883-3EBB69B56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10100"/>
            <a:ext cx="781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退款时优惠和收益按比例冲回</a:t>
            </a:r>
          </a:p>
        </p:txBody>
      </p:sp>
    </p:spTree>
    <p:extLst>
      <p:ext uri="{BB962C8B-B14F-4D97-AF65-F5344CB8AC3E}">
        <p14:creationId xmlns:p14="http://schemas.microsoft.com/office/powerpoint/2010/main" val="1711164391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BCBE18-79E2-4B51-BB13-267E5F4B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6C447E-6089-4FA4-B4C1-328EF1253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SETTLEMENT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36745C-0F14-44C3-A0F2-146AE2BB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19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收益结算先展示状态，再核验真实自动打款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216721-08A7-4FDC-B36D-C84C8A2A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收益账本需要让发布方、推广方和平台都看懂钱在哪里。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A6C4F1-5EA6-413C-A30A-999BA54B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BFA499-A5A1-41E6-A485-D490A609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23336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204A92-54A4-4615-AC06-A296D8969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33700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待入账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A843A3-FC95-4D4E-91C7-8D852DAF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05175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售后期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F84C1B-3BE3-4174-9EA7-ABAED0639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762250"/>
            <a:ext cx="23336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4B6FD3-F048-4B6E-B0BB-B55987DB3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933700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可结算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0B64A6-5F94-4C5F-BD77-4AE04AD47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305175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可提现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948539-410C-485E-8D8A-85EA5820F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62250"/>
            <a:ext cx="23336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E51CD7-4662-4620-9C1A-BBFBDFCA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933700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售后冻结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1DF56F-6631-4115-B659-63D0E25C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05175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工单中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736BD4-5CC3-492E-AE91-F4CEBABC2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762250"/>
            <a:ext cx="23336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7DF75D-D6AF-42E9-B410-4474D8D71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933700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退款冲回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91D579-7D28-49C3-B1A4-01226567C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305175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按比例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6158F8-FF78-42E4-B490-695775C9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10250"/>
            <a:ext cx="876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真实自动结算必须先核验支付、分账和退款回退链路。</a:t>
            </a:r>
          </a:p>
        </p:txBody>
      </p:sp>
    </p:spTree>
    <p:extLst>
      <p:ext uri="{BB962C8B-B14F-4D97-AF65-F5344CB8AC3E}">
        <p14:creationId xmlns:p14="http://schemas.microsoft.com/office/powerpoint/2010/main" val="99721818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607BF1-ECB3-42FF-97A5-64A933CF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0E2ADE-23E3-49E3-B44F-AE83BFA3C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SERVICE DESK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CE0FB5-A922-4A34-A25E-539679605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19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售后服务台让社群交易不再只靠群里解释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44FFD0-E10E-4807-BCB1-0B97C707F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平台护城河来自问题发生后的责任协同和结算监督。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FAAEE8-C0F6-4D25-B044-F8CA024A4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29E2E3-BA1C-4E1E-A9A0-003C2C8D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05125"/>
            <a:ext cx="1066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20D456-5D26-4543-B19F-87A437A20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76575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用户咨询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47D9B3-C315-4D1B-958D-E3E2169EA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0956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646D0C-8B66-4C9D-83C4-BC739DD4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781425"/>
            <a:ext cx="1066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B5363C-2506-420D-A82F-803426268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3952875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生成工单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F1338B-5508-4680-B92B-BF9FF78E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39719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2ED4AB-D12C-4946-9043-31BC2BD4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05125"/>
            <a:ext cx="1066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844580-6F91-4902-B8BF-B35CAC1C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76575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责任方响应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1BF425-3D7C-4B35-B0D4-526DEBF83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0956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5B0207-58C6-4C33-AFBF-43B600C89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781425"/>
            <a:ext cx="1066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94DF9F-F2DD-402E-9F89-CD0B3874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952875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处理退款/核销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863AD4-60BD-4B0A-A552-99CD8EA2B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9719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61DB1B-9FE0-4579-B6E3-A78A30B6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1066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407642-62B0-4623-B256-B87CC113C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76575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阻断或释放结算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9432EF-33C2-4F81-9FE3-7E8453AB6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956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5DF1F6-6FFF-454B-BDB0-03A40B0CF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781425"/>
            <a:ext cx="1066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234B33-7C0F-4C13-BCD2-2D7D548E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952875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沉淀风险记录</a:t>
            </a:r>
          </a:p>
        </p:txBody>
      </p:sp>
    </p:spTree>
    <p:extLst>
      <p:ext uri="{BB962C8B-B14F-4D97-AF65-F5344CB8AC3E}">
        <p14:creationId xmlns:p14="http://schemas.microsoft.com/office/powerpoint/2010/main" val="949420235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A57F87-9278-451C-8C86-2672AD63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A28A9C-89EE-484D-A7C0-9C0976006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REFERENCE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5CF7DA-BC21-470F-BCCF-FA2D01DAA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19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快团团可参考发布组织方式，但不能照搬复杂扩散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7AC6F5-F058-4329-9643-F9E42D42C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参考的是商品库、一键开团、帮卖分销和订单处理，不复制全品类自由开放。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64902C-B65E-45DF-B5FF-47065BF7E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ED176-7A22-4A3C-8B2F-7EA4462A2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3362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BE5BBF-08FA-418C-91BE-926EDD675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可参考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96DC6B-B438-40E0-B0F0-FB78A635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49555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商品库、一键开团、帮卖分销、分享转存、订单管理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8B4720-A73B-441A-B96D-84856DB3B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6227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654C43-887B-41AE-98D0-B0FE87C6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3372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不照搬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8567E2-5169-485D-ADE7-BDBA802E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12420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高复杂多级扩散、全品类开放、未验证即时结算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44B2F4-B6D6-4492-A9FB-9C1585E66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9092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D2EE13-0162-43A9-B9EC-64D42F4DA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623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和趣差异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9B68AC-1F3F-4E8A-9B68-09E4D790C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75285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活动/卡券/本地履约 + 售后服务台 + 低风险白名单</a:t>
            </a:r>
          </a:p>
        </p:txBody>
      </p:sp>
    </p:spTree>
    <p:extLst>
      <p:ext uri="{BB962C8B-B14F-4D97-AF65-F5344CB8AC3E}">
        <p14:creationId xmlns:p14="http://schemas.microsoft.com/office/powerpoint/2010/main" val="1875981015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5A6472-4B03-446B-9D4F-DFC618B59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DAD256-2380-4F43-A238-691672332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MVP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41DC13-0CC6-468B-A86A-8A76E4F7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19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第一版必须先跑通交易闭环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A42C06-D042-4847-BAE1-814929B3C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MVP 不追求功能多，而追求从开团到售后结算能闭环。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0E105B-BEF2-45F3-8A0C-5ABEC711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4FA3A1-6CFA-427C-BD97-6F1DD0EF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2887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B70CA7-A7B0-40DC-AE4C-C800B1E2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社群建店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C24382-2071-4C37-8C91-A903C447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051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团长主页和货架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E1E330-B713-4E47-AFF9-3340CF1D8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42887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0557DD-5164-4A88-8075-465EB4C2F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908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商品库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772FB1-9BC7-4EC2-BE32-BBF7A96BD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9051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供给入库与审核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E6B97F-2E13-4543-BFDA-A08D051A8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2887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60BB42-E469-487F-9D00-EAABD059B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908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开团发布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B0E3C8-76F6-4266-A400-291CCA28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051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普通/卡券/活动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F1316F-122B-4B57-AC97-93F856F82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6237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B76418-DCA6-4E6E-9033-00B3B48C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243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订单中心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D1764C-13B3-441E-938B-05DBA61A2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386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五类订单入口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A968C5-9B63-453B-86F8-59D0924E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76237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F622B8-8111-4E90-A8A0-0EF5312A2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243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售后服务台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06438A-05FA-49CC-8558-CDE1CF6A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2386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工单与责任协同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0E3926-6DEC-438F-8BAA-692683334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6237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E3B679-9EBB-4018-8D7F-229C8408E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243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收益账本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C88C37-9091-421E-AD82-A3EC6AEDE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386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入账、冻结、冲回</a:t>
            </a:r>
          </a:p>
        </p:txBody>
      </p:sp>
    </p:spTree>
    <p:extLst>
      <p:ext uri="{BB962C8B-B14F-4D97-AF65-F5344CB8AC3E}">
        <p14:creationId xmlns:p14="http://schemas.microsoft.com/office/powerpoint/2010/main" val="2109686612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5CC796-DCF5-4DAA-974B-B9E97F52E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1ECBED-4C98-4881-8508-EC0D17850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NOT NOW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FA0A7E-8642-4D22-83B7-069A6848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19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这些能力不进入首发承诺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304790-D7C6-4F68-9770-BF16C657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不做清单要在全员第一次同步时说清楚，避免范围漂移。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E41304-59F2-4BE1-8EF4-5046B7C35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634A19-F601-4700-9D9D-A386600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9525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0F3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7F6958-FA8C-4B7C-A18F-1CF0FACE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0985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5E151B-002C-4D34-BB00-C0B53822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09850"/>
            <a:ext cx="781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多级分销、发展下级、层层转单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498377-F43C-4335-B39F-00F543C9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9525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A37EDA-E276-4F96-A578-8724391E1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766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A85BB8-F6AE-4CDE-B220-844B6838C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76600"/>
            <a:ext cx="781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保证金账户、经销商层级、会员分层可见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1812AF-16F1-4F64-9AFC-E683A919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0"/>
            <a:ext cx="9525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9F4078-F87A-46C0-9C14-699ADBB13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4335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AB5705-79AD-476C-9EB1-4FD25526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43350"/>
            <a:ext cx="781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食品生鲜、医疗美容、上门服务、高风险户外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FFDFDA-761E-435D-8A41-87B552E8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76750"/>
            <a:ext cx="9525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132E21-A178-40B6-B327-79CF56DC6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101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0C9DF5-D786-4A94-B98B-ADAC83D60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10100"/>
            <a:ext cx="781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自动选货、自动上架、自动外部发布营销内容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752BFF-C56E-41FA-8C6B-A2356F3C1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43500"/>
            <a:ext cx="9525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3CE7D1-6F7E-44D6-8103-5E54224E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7685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C806E9-E403-41BE-9268-37AE6E0A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76850"/>
            <a:ext cx="781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未经支付核验的自动打款承诺</a:t>
            </a:r>
          </a:p>
        </p:txBody>
      </p:sp>
    </p:spTree>
    <p:extLst>
      <p:ext uri="{BB962C8B-B14F-4D97-AF65-F5344CB8AC3E}">
        <p14:creationId xmlns:p14="http://schemas.microsoft.com/office/powerpoint/2010/main" val="26199847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DFFB8A-2A12-45D3-86AF-2795EA8DF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4DE96A-C166-43C4-9237-B5FCE442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ROADMAP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21B6BD-AB6C-45F1-ABF8-DC13147A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19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迭代路线从交易闭环开始，再做履约和经营效率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C81B6C-1CD6-4DF8-A54C-03194426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V1 验证闭环，V2 扩展履约，V3 提升经营效率，V4 再做商单加强。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4B9EB8-F60A-46EB-8543-4FC0275D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34433E-80F4-4D09-B89B-E4A90EFD8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1809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935775-7FD2-4CC7-878F-47D8F3BF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V0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01FFB9-FA34-42E1-90B9-6958CA56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原型共识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802CAF-11F8-4A84-97B6-7E6102B48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1381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PPT、原型、蓝图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C5CF38-0B34-426F-ADAC-4EB92583C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667000"/>
            <a:ext cx="1809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0F3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D260C5-AE7D-4099-844B-95A4A134D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9146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V1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E94D7A-87C3-4442-ABEF-21ADBC817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3337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交易闭环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39B61E-A55F-415B-8594-856EAF7E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733800"/>
            <a:ext cx="1381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店铺、商品库、开团、订单、售后、收益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BA1981-B595-473C-97AE-F8A404A86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67000"/>
            <a:ext cx="1809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C352B6-8588-4136-A0B3-8D6672D4F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9146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V2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253F74-176C-44F0-8C1A-C07B8C54E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337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履约扩展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C3F585-43E0-4E5D-8609-822FF842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733800"/>
            <a:ext cx="1381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预售、自提、卡券、服务预约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D323C0-0874-42D7-A376-FEEA2834E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667000"/>
            <a:ext cx="1809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68D5D7-C14F-4FF5-8E30-6C96FD3FA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29146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V3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4DB201-4401-4990-AD87-0A2E77922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33337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经营效率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A5DB6E-785E-4A07-BB36-74CC41548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3733800"/>
            <a:ext cx="1381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素材、优惠、复购、AI 草稿、群接龙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98707B-BB92-4072-9DC5-AC5D99AF5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67000"/>
            <a:ext cx="1809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8756F8-FA62-4152-AB35-8F98BF1E8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146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V4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0E9367-B444-4664-97A6-3B698F28C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3337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商单扩展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E61731-B347-4BEB-B6E2-D19ECABD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33800"/>
            <a:ext cx="1381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会员、商单加强、更多品类</a:t>
            </a:r>
          </a:p>
        </p:txBody>
      </p:sp>
    </p:spTree>
    <p:extLst>
      <p:ext uri="{BB962C8B-B14F-4D97-AF65-F5344CB8AC3E}">
        <p14:creationId xmlns:p14="http://schemas.microsoft.com/office/powerpoint/2010/main" val="1191697781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E71D5E-9CD4-4021-BEF6-193DD8375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0EFF1F-2A4A-4BEB-88F5-D05BB654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SUCCESS METRICS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2DBD11-0259-407B-A136-D11A726B0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19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验证指标围绕供给、发布、交易、履约、售后和经营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648A2D-4F04-476D-B171-C1E9DDFE7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如果数据不能回答是否可持续经营，就不是核心指标。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BC1679-3EBF-43C2-AF35-DC6BCEC28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5CC4A5-3BD8-4876-8BB7-DF52DCCF2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3362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93872E-3276-447E-AE0E-3BC859D7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供给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DFADE9-6F71-46E3-B2E8-BBA97232B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49555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入库数、审核通过率、可帮卖数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F2F48B-F7E3-4D2B-8653-CF519CB0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6227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95C3B0-C50A-4958-A53E-E9858F636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3372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发布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53A049-E96B-4FCA-A5A8-0C379681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12420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开团数、发布完成率、类型分布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8D04E8-4D1F-4AC9-AFF0-61BAE9E8F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9092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3CDE34-6FF3-42C3-8AFA-EA6C1BDE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623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交易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F1ACFE-AF40-4393-AFF1-235BE11DB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75285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订单数、支付转化率、来源可追踪率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D299F5-7175-4BA6-8DAA-51089A338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1957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AF1702-E64C-4DFD-9968-15F01F631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9102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履约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95FE52-F59B-4C64-A85B-2586B64DD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38150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核销率、发货及时率、卡券使用率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2275A5-4CA0-4E61-AB9C-C5F191B7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48225"/>
            <a:ext cx="10572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A9A970-04CD-447C-A0B3-6DBE430A9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96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售后/经营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B2905E-82EE-4966-950C-830B302DC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01015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退款率、工单时长、团长留存、复购率</a:t>
            </a:r>
          </a:p>
        </p:txBody>
      </p:sp>
    </p:spTree>
    <p:extLst>
      <p:ext uri="{BB962C8B-B14F-4D97-AF65-F5344CB8AC3E}">
        <p14:creationId xmlns:p14="http://schemas.microsoft.com/office/powerpoint/2010/main" val="1392089896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B63D128-7BFE-43FF-B7E2-4E371B400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E48DEC-C6E2-45F7-844F-4ABD5F50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B2BEA1-3D88-4474-93C0-E49EA106D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TEAM ALIGNMENT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E29C27-29C2-499E-B567-BCF0D347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85875"/>
            <a:ext cx="78105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全员共识：和趣是社群交易操作系统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1555B8-E6DC-465A-9107-45577068C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723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7F7F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F7F7F7"/>
                </a:solidFill>
                <a:latin typeface="Aptos"/>
                <a:ea typeface="Aptos"/>
                <a:cs typeface="Aptos"/>
              </a:rPr>
              <a:t>我们先证明社群交易能被系统化发布、履约、售后和结算，再决定是否扩品类、扩商单和扩营销工具。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85CC4C-52AB-419C-AC48-E1BA28E5C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2286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A7F545-F0DD-460A-8802-353AAD64E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不是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85E091-5C4C-4E84-A0FF-546A696B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05425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单点活动工具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6FF312-9292-4D40-B8D5-7E1398E6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762500"/>
            <a:ext cx="2286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0D6383-2B91-4F54-88F5-3F405050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933950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不是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959C0A-EE39-488B-86A3-3D2BA9A0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5305425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普通商城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27B146-C673-41BC-B02E-0FB89A1E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62500"/>
            <a:ext cx="2286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6E84F3-39A9-4DE7-8740-4627304C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933950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而是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420498-F8A4-4897-842E-F4753ECF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305425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交易闭环平台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A64BB0-D431-4368-8E8E-74F56415A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762500"/>
            <a:ext cx="2286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ECD333-C3C1-4318-8F82-AD2312512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933950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385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FF385C"/>
                </a:solidFill>
                <a:latin typeface="Aptos"/>
                <a:ea typeface="Aptos"/>
                <a:cs typeface="Aptos"/>
              </a:rPr>
              <a:t>先做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42A436-1C4A-451F-B47C-91C360665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5305425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V1 可验证闭环</a:t>
            </a:r>
          </a:p>
        </p:txBody>
      </p:sp>
    </p:spTree>
    <p:extLst>
      <p:ext uri="{BB962C8B-B14F-4D97-AF65-F5344CB8AC3E}">
        <p14:creationId xmlns:p14="http://schemas.microsoft.com/office/powerpoint/2010/main" val="1194678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2026-05-27T04:00:51.1680000Z</dcterms:created>
  <dcterms:modified xsi:type="dcterms:W3CDTF">2026-05-27T04:00:51.1680000Z</dcterms:modified>
</coreProperties>
</file>