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37c7950d5d4e1d" /><Relationship Type="http://schemas.openxmlformats.org/officeDocument/2006/relationships/extended-properties" Target="/docProps/app.xml" Id="R4a2b36b267ee48d6" /><Relationship Type="http://schemas.openxmlformats.org/officeDocument/2006/relationships/officeDocument" Target="/ppt/presentation.xml" Id="R5f308401fa5c45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46610f4e9540f3"/>
  </p:sldMasterIdLst>
  <p:notesMasterIdLst>
    <p:notesMasterId xmlns:r="http://schemas.openxmlformats.org/officeDocument/2006/relationships" r:id="Rb17b87a9ffca4f30"/>
  </p:notesMasterIdLst>
  <p:sldIdLst>
    <p:sldId xmlns:r="http://schemas.openxmlformats.org/officeDocument/2006/relationships" id="256" r:id="R25218ab659d04cc0"/>
    <p:sldId xmlns:r="http://schemas.openxmlformats.org/officeDocument/2006/relationships" id="257" r:id="Rbfe030b87fab49d3"/>
    <p:sldId xmlns:r="http://schemas.openxmlformats.org/officeDocument/2006/relationships" id="258" r:id="R1d0c58f182fd44d6"/>
    <p:sldId xmlns:r="http://schemas.openxmlformats.org/officeDocument/2006/relationships" id="259" r:id="Ra9ec0eab6a8b44b1"/>
    <p:sldId xmlns:r="http://schemas.openxmlformats.org/officeDocument/2006/relationships" id="260" r:id="R2883ce4f26e54b0d"/>
    <p:sldId xmlns:r="http://schemas.openxmlformats.org/officeDocument/2006/relationships" id="261" r:id="R8645414cb85b40a7"/>
    <p:sldId xmlns:r="http://schemas.openxmlformats.org/officeDocument/2006/relationships" id="262" r:id="R756b0c31027f4519"/>
    <p:sldId xmlns:r="http://schemas.openxmlformats.org/officeDocument/2006/relationships" id="263" r:id="R0a6db1fac0224bd4"/>
    <p:sldId xmlns:r="http://schemas.openxmlformats.org/officeDocument/2006/relationships" id="264" r:id="R5aa2a778be25473c"/>
    <p:sldId xmlns:r="http://schemas.openxmlformats.org/officeDocument/2006/relationships" id="265" r:id="R1941456af4324195"/>
    <p:sldId xmlns:r="http://schemas.openxmlformats.org/officeDocument/2006/relationships" id="266" r:id="Rcd18527069f145cf"/>
    <p:sldId xmlns:r="http://schemas.openxmlformats.org/officeDocument/2006/relationships" id="267" r:id="Rdd4a4548d5a3493d"/>
    <p:sldId xmlns:r="http://schemas.openxmlformats.org/officeDocument/2006/relationships" id="268" r:id="R32304e6766f94188"/>
    <p:sldId xmlns:r="http://schemas.openxmlformats.org/officeDocument/2006/relationships" id="269" r:id="R8202dc3771c84848"/>
    <p:sldId xmlns:r="http://schemas.openxmlformats.org/officeDocument/2006/relationships" id="270" r:id="Recd5e620d5154d0c"/>
    <p:sldId xmlns:r="http://schemas.openxmlformats.org/officeDocument/2006/relationships" id="271" r:id="R0ed47358eb334abc"/>
    <p:sldId xmlns:r="http://schemas.openxmlformats.org/officeDocument/2006/relationships" id="272" r:id="Rae1b01e15d2849b2"/>
    <p:sldId xmlns:r="http://schemas.openxmlformats.org/officeDocument/2006/relationships" id="273" r:id="R2d4f94f0eea24a8c"/>
    <p:sldId xmlns:r="http://schemas.openxmlformats.org/officeDocument/2006/relationships" id="274" r:id="R1903e8ec7a694519"/>
    <p:sldId xmlns:r="http://schemas.openxmlformats.org/officeDocument/2006/relationships" id="275" r:id="Rdc29028797d74f13"/>
    <p:sldId xmlns:r="http://schemas.openxmlformats.org/officeDocument/2006/relationships" id="276" r:id="R1c2fb9c78c4d4a85"/>
    <p:sldId xmlns:r="http://schemas.openxmlformats.org/officeDocument/2006/relationships" id="277" r:id="Rd4125ac49dba4c90"/>
    <p:sldId xmlns:r="http://schemas.openxmlformats.org/officeDocument/2006/relationships" id="278" r:id="R904d4e0b3c144c60"/>
    <p:sldId xmlns:r="http://schemas.openxmlformats.org/officeDocument/2006/relationships" id="279" r:id="R89be026367a444c8"/>
    <p:sldId xmlns:r="http://schemas.openxmlformats.org/officeDocument/2006/relationships" id="280" r:id="Rebdfc614861244fe"/>
    <p:sldId xmlns:r="http://schemas.openxmlformats.org/officeDocument/2006/relationships" id="281" r:id="Rafa22684b95f4ee6"/>
    <p:sldId xmlns:r="http://schemas.openxmlformats.org/officeDocument/2006/relationships" id="282" r:id="R8bf45ab2b9c349eb"/>
    <p:sldId xmlns:r="http://schemas.openxmlformats.org/officeDocument/2006/relationships" id="283" r:id="R3d267e80ff5d4dc0"/>
    <p:sldId xmlns:r="http://schemas.openxmlformats.org/officeDocument/2006/relationships" id="284" r:id="R5774b259854c42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6610f4e9540f3" /><Relationship Type="http://schemas.openxmlformats.org/officeDocument/2006/relationships/theme" Target="/ppt/theme/theme1.xml" Id="R77820ec7c0684d16" /><Relationship Type="http://schemas.openxmlformats.org/officeDocument/2006/relationships/notesMaster" Target="/ppt/notesMasters/notesMaster1.xml" Id="Rb17b87a9ffca4f30" /><Relationship Type="http://schemas.openxmlformats.org/officeDocument/2006/relationships/presProps" Target="/ppt/presProps.xml" Id="R7f2601b856634f2c" /><Relationship Type="http://schemas.openxmlformats.org/officeDocument/2006/relationships/viewProps" Target="/ppt/viewProps.xml" Id="R0808943a037f43c0" /><Relationship Type="http://schemas.openxmlformats.org/officeDocument/2006/relationships/tableStyles" Target="/ppt/tableStyles.xml" Id="Rb14de66491f04563" /><Relationship Type="http://schemas.openxmlformats.org/officeDocument/2006/relationships/slide" Target="/ppt/slides/slide1.xml" Id="R25218ab659d04cc0" /><Relationship Type="http://schemas.openxmlformats.org/officeDocument/2006/relationships/slide" Target="/ppt/slides/slide2.xml" Id="Rbfe030b87fab49d3" /><Relationship Type="http://schemas.openxmlformats.org/officeDocument/2006/relationships/slide" Target="/ppt/slides/slide3.xml" Id="R1d0c58f182fd44d6" /><Relationship Type="http://schemas.openxmlformats.org/officeDocument/2006/relationships/slide" Target="/ppt/slides/slide4.xml" Id="Ra9ec0eab6a8b44b1" /><Relationship Type="http://schemas.openxmlformats.org/officeDocument/2006/relationships/slide" Target="/ppt/slides/slide5.xml" Id="R2883ce4f26e54b0d" /><Relationship Type="http://schemas.openxmlformats.org/officeDocument/2006/relationships/slide" Target="/ppt/slides/slide6.xml" Id="R8645414cb85b40a7" /><Relationship Type="http://schemas.openxmlformats.org/officeDocument/2006/relationships/slide" Target="/ppt/slides/slide7.xml" Id="R756b0c31027f4519" /><Relationship Type="http://schemas.openxmlformats.org/officeDocument/2006/relationships/slide" Target="/ppt/slides/slide8.xml" Id="R0a6db1fac0224bd4" /><Relationship Type="http://schemas.openxmlformats.org/officeDocument/2006/relationships/slide" Target="/ppt/slides/slide9.xml" Id="R5aa2a778be25473c" /><Relationship Type="http://schemas.openxmlformats.org/officeDocument/2006/relationships/slide" Target="/ppt/slides/slide10.xml" Id="R1941456af4324195" /><Relationship Type="http://schemas.openxmlformats.org/officeDocument/2006/relationships/slide" Target="/ppt/slides/slide11.xml" Id="Rcd18527069f145cf" /><Relationship Type="http://schemas.openxmlformats.org/officeDocument/2006/relationships/slide" Target="/ppt/slides/slide12.xml" Id="Rdd4a4548d5a3493d" /><Relationship Type="http://schemas.openxmlformats.org/officeDocument/2006/relationships/slide" Target="/ppt/slides/slide13.xml" Id="R32304e6766f94188" /><Relationship Type="http://schemas.openxmlformats.org/officeDocument/2006/relationships/slide" Target="/ppt/slides/slide14.xml" Id="R8202dc3771c84848" /><Relationship Type="http://schemas.openxmlformats.org/officeDocument/2006/relationships/slide" Target="/ppt/slides/slide15.xml" Id="Recd5e620d5154d0c" /><Relationship Type="http://schemas.openxmlformats.org/officeDocument/2006/relationships/slide" Target="/ppt/slides/slide16.xml" Id="R0ed47358eb334abc" /><Relationship Type="http://schemas.openxmlformats.org/officeDocument/2006/relationships/slide" Target="/ppt/slides/slide17.xml" Id="Rae1b01e15d2849b2" /><Relationship Type="http://schemas.openxmlformats.org/officeDocument/2006/relationships/slide" Target="/ppt/slides/slide18.xml" Id="R2d4f94f0eea24a8c" /><Relationship Type="http://schemas.openxmlformats.org/officeDocument/2006/relationships/slide" Target="/ppt/slides/slide19.xml" Id="R1903e8ec7a694519" /><Relationship Type="http://schemas.openxmlformats.org/officeDocument/2006/relationships/slide" Target="/ppt/slides/slide20.xml" Id="Rdc29028797d74f13" /><Relationship Type="http://schemas.openxmlformats.org/officeDocument/2006/relationships/slide" Target="/ppt/slides/slide21.xml" Id="R1c2fb9c78c4d4a85" /><Relationship Type="http://schemas.openxmlformats.org/officeDocument/2006/relationships/slide" Target="/ppt/slides/slide22.xml" Id="Rd4125ac49dba4c90" /><Relationship Type="http://schemas.openxmlformats.org/officeDocument/2006/relationships/slide" Target="/ppt/slides/slide23.xml" Id="R904d4e0b3c144c60" /><Relationship Type="http://schemas.openxmlformats.org/officeDocument/2006/relationships/slide" Target="/ppt/slides/slide24.xml" Id="R89be026367a444c8" /><Relationship Type="http://schemas.openxmlformats.org/officeDocument/2006/relationships/slide" Target="/ppt/slides/slide25.xml" Id="Rebdfc614861244fe" /><Relationship Type="http://schemas.openxmlformats.org/officeDocument/2006/relationships/slide" Target="/ppt/slides/slide26.xml" Id="Rafa22684b95f4ee6" /><Relationship Type="http://schemas.openxmlformats.org/officeDocument/2006/relationships/slide" Target="/ppt/slides/slide27.xml" Id="R8bf45ab2b9c349eb" /><Relationship Type="http://schemas.openxmlformats.org/officeDocument/2006/relationships/slide" Target="/ppt/slides/slide28.xml" Id="R3d267e80ff5d4dc0" /><Relationship Type="http://schemas.openxmlformats.org/officeDocument/2006/relationships/slide" Target="/ppt/slides/slide29.xml" Id="R5774b259854c42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9479ca03f9244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569e12e51b4714" /><Relationship Type="http://schemas.openxmlformats.org/officeDocument/2006/relationships/notesMaster" Target="/ppt/notesMasters/notesMaster1.xml" Id="R4a569fb996f94c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7fef1a49164270" /><Relationship Type="http://schemas.openxmlformats.org/officeDocument/2006/relationships/notesMaster" Target="/ppt/notesMasters/notesMaster1.xml" Id="Rac54e17da89b44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a7cfb50db64988" /><Relationship Type="http://schemas.openxmlformats.org/officeDocument/2006/relationships/notesMaster" Target="/ppt/notesMasters/notesMaster1.xml" Id="R6d2bdea93b864c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f15bcb061d46b7" /><Relationship Type="http://schemas.openxmlformats.org/officeDocument/2006/relationships/notesMaster" Target="/ppt/notesMasters/notesMaster1.xml" Id="Rc90ab6a765fa46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d6953432654675" /><Relationship Type="http://schemas.openxmlformats.org/officeDocument/2006/relationships/notesMaster" Target="/ppt/notesMasters/notesMaster1.xml" Id="R2e80ea372ec64c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f18bbc502a4da6" /><Relationship Type="http://schemas.openxmlformats.org/officeDocument/2006/relationships/notesMaster" Target="/ppt/notesMasters/notesMaster1.xml" Id="R3693e31efa3441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baa7e515e141b9" /><Relationship Type="http://schemas.openxmlformats.org/officeDocument/2006/relationships/notesMaster" Target="/ppt/notesMasters/notesMaster1.xml" Id="R01c79792121a4b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6190fab8844b46" /><Relationship Type="http://schemas.openxmlformats.org/officeDocument/2006/relationships/notesMaster" Target="/ppt/notesMasters/notesMaster1.xml" Id="R5f78ae9d5be144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2019dd0d4f4f0c" /><Relationship Type="http://schemas.openxmlformats.org/officeDocument/2006/relationships/notesMaster" Target="/ppt/notesMasters/notesMaster1.xml" Id="Rd99b584e0d124d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3d8a5d882b48d9" /><Relationship Type="http://schemas.openxmlformats.org/officeDocument/2006/relationships/notesMaster" Target="/ppt/notesMasters/notesMaster1.xml" Id="Ra2347ee448e445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ba05655ce94d19" /><Relationship Type="http://schemas.openxmlformats.org/officeDocument/2006/relationships/notesMaster" Target="/ppt/notesMasters/notesMaster1.xml" Id="Rc16b77e797414f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34ab5b12fa42ed" /><Relationship Type="http://schemas.openxmlformats.org/officeDocument/2006/relationships/notesMaster" Target="/ppt/notesMasters/notesMaster1.xml" Id="Rc8ce516c21d041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221d05d4de49d8" /><Relationship Type="http://schemas.openxmlformats.org/officeDocument/2006/relationships/notesMaster" Target="/ppt/notesMasters/notesMaster1.xml" Id="R92ae6e0142a549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055526ba044fac" /><Relationship Type="http://schemas.openxmlformats.org/officeDocument/2006/relationships/notesMaster" Target="/ppt/notesMasters/notesMaster1.xml" Id="Rbd46402e4de74e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f9f14347bc4cc8" /><Relationship Type="http://schemas.openxmlformats.org/officeDocument/2006/relationships/notesMaster" Target="/ppt/notesMasters/notesMaster1.xml" Id="R0c15d744e5034f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15705a33164202" /><Relationship Type="http://schemas.openxmlformats.org/officeDocument/2006/relationships/notesMaster" Target="/ppt/notesMasters/notesMaster1.xml" Id="Re5b0cb3ad3f648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ed53d377d245ff" /><Relationship Type="http://schemas.openxmlformats.org/officeDocument/2006/relationships/notesMaster" Target="/ppt/notesMasters/notesMaster1.xml" Id="R70cba2f909aa41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5eb2d74b1244f8" /><Relationship Type="http://schemas.openxmlformats.org/officeDocument/2006/relationships/notesMaster" Target="/ppt/notesMasters/notesMaster1.xml" Id="Ra81facd2bb554e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56a5b4771c4dd7" /><Relationship Type="http://schemas.openxmlformats.org/officeDocument/2006/relationships/notesMaster" Target="/ppt/notesMasters/notesMaster1.xml" Id="R7cc568bf0d9047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c93ac39f2e34819" /><Relationship Type="http://schemas.openxmlformats.org/officeDocument/2006/relationships/notesMaster" Target="/ppt/notesMasters/notesMaster1.xml" Id="Ra454968c5d13411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bdf9d9605d24eeb" /><Relationship Type="http://schemas.openxmlformats.org/officeDocument/2006/relationships/notesMaster" Target="/ppt/notesMasters/notesMaster1.xml" Id="Rcc69cf7f818e43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0ea9bc21b47454b" /><Relationship Type="http://schemas.openxmlformats.org/officeDocument/2006/relationships/notesMaster" Target="/ppt/notesMasters/notesMaster1.xml" Id="R6b9abf33cd4c4e0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a10c09e0c824d40" /><Relationship Type="http://schemas.openxmlformats.org/officeDocument/2006/relationships/notesMaster" Target="/ppt/notesMasters/notesMaster1.xml" Id="Rb27ced40875e4d3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1c35cc0a29543b2" /><Relationship Type="http://schemas.openxmlformats.org/officeDocument/2006/relationships/notesMaster" Target="/ppt/notesMasters/notesMaster1.xml" Id="R2278712567d24e7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0bc303d95c24d9d" /><Relationship Type="http://schemas.openxmlformats.org/officeDocument/2006/relationships/notesMaster" Target="/ppt/notesMasters/notesMaster1.xml" Id="R88225f1836714a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8c0d10421be41b6" /><Relationship Type="http://schemas.openxmlformats.org/officeDocument/2006/relationships/notesMaster" Target="/ppt/notesMasters/notesMaster1.xml" Id="R9db513e350e04d2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ceb2a1e2bed4e97" /><Relationship Type="http://schemas.openxmlformats.org/officeDocument/2006/relationships/notesMaster" Target="/ppt/notesMasters/notesMaster1.xml" Id="R9dce5ad18713464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e92336fd70d43ec" /><Relationship Type="http://schemas.openxmlformats.org/officeDocument/2006/relationships/notesMaster" Target="/ppt/notesMasters/notesMaster1.xml" Id="Re67b9402bce9462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440d844f8a94c7a" /><Relationship Type="http://schemas.openxmlformats.org/officeDocument/2006/relationships/notesMaster" Target="/ppt/notesMasters/notesMaster1.xml" Id="R2b501063bae24f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502a4fcc84ba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7ffb4d3a8e54bf5" /><Relationship Type="http://schemas.openxmlformats.org/officeDocument/2006/relationships/slideLayout" Target="/ppt/slideLayouts/slideLayout2.xml" Id="Reb69cca9977746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69cca9977746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cc00f58d1948aa" /><Relationship Type="http://schemas.openxmlformats.org/officeDocument/2006/relationships/notesSlide" Target="/ppt/notesSlides/notesSlide1.xml" Id="R4bdc7d2db8864e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7dab4bfd5498d" /><Relationship Type="http://schemas.openxmlformats.org/officeDocument/2006/relationships/notesSlide" Target="/ppt/notesSlides/notesSlide2.xml" Id="Rd9835d40659d49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f4c77ebd7c4cd3" /><Relationship Type="http://schemas.openxmlformats.org/officeDocument/2006/relationships/notesSlide" Target="/ppt/notesSlides/notesSlide3.xml" Id="Rbf5fc1f91536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5a90293cc84d59" /><Relationship Type="http://schemas.openxmlformats.org/officeDocument/2006/relationships/notesSlide" Target="/ppt/notesSlides/notesSlide4.xml" Id="R75957d5ce2d64c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dd12ae8ba34daf" /><Relationship Type="http://schemas.openxmlformats.org/officeDocument/2006/relationships/notesSlide" Target="/ppt/notesSlides/notesSlide5.xml" Id="R0da1877b109740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cfb755caa548d0" /><Relationship Type="http://schemas.openxmlformats.org/officeDocument/2006/relationships/notesSlide" Target="/ppt/notesSlides/notesSlide6.xml" Id="Rd56b78cb199f41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fc828d62de4cb0" /><Relationship Type="http://schemas.openxmlformats.org/officeDocument/2006/relationships/notesSlide" Target="/ppt/notesSlides/notesSlide7.xml" Id="R5a568628edd742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81149c04594540" /><Relationship Type="http://schemas.openxmlformats.org/officeDocument/2006/relationships/notesSlide" Target="/ppt/notesSlides/notesSlide8.xml" Id="R9fbd5c24543e4a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c0afd99886455b" /><Relationship Type="http://schemas.openxmlformats.org/officeDocument/2006/relationships/notesSlide" Target="/ppt/notesSlides/notesSlide9.xml" Id="R57d10a8fb81d49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47b6cb800449d8" /><Relationship Type="http://schemas.openxmlformats.org/officeDocument/2006/relationships/notesSlide" Target="/ppt/notesSlides/notesSlide10.xml" Id="Rd4c686b96b6b4b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e2bda42954151" /><Relationship Type="http://schemas.openxmlformats.org/officeDocument/2006/relationships/notesSlide" Target="/ppt/notesSlides/notesSlide11.xml" Id="Rb54dc96966e949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574d3561c641fb" /><Relationship Type="http://schemas.openxmlformats.org/officeDocument/2006/relationships/notesSlide" Target="/ppt/notesSlides/notesSlide12.xml" Id="R2e7d3825775744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e5aef98d2d4f15" /><Relationship Type="http://schemas.openxmlformats.org/officeDocument/2006/relationships/notesSlide" Target="/ppt/notesSlides/notesSlide13.xml" Id="R35f1786162dd42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b98e4dc8f14846" /><Relationship Type="http://schemas.openxmlformats.org/officeDocument/2006/relationships/notesSlide" Target="/ppt/notesSlides/notesSlide14.xml" Id="R90bd76a893d74f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7fe8804fa34f23" /><Relationship Type="http://schemas.openxmlformats.org/officeDocument/2006/relationships/notesSlide" Target="/ppt/notesSlides/notesSlide15.xml" Id="R424fc760334448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43be00e7a340cb" /><Relationship Type="http://schemas.openxmlformats.org/officeDocument/2006/relationships/notesSlide" Target="/ppt/notesSlides/notesSlide16.xml" Id="R4b3cc897916d4d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677ec675f041cb" /><Relationship Type="http://schemas.openxmlformats.org/officeDocument/2006/relationships/notesSlide" Target="/ppt/notesSlides/notesSlide17.xml" Id="R149ed994e6d44d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4a82f8918e481a" /><Relationship Type="http://schemas.openxmlformats.org/officeDocument/2006/relationships/notesSlide" Target="/ppt/notesSlides/notesSlide18.xml" Id="R644b9092ae0c4d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f1e8e320d04766" /><Relationship Type="http://schemas.openxmlformats.org/officeDocument/2006/relationships/notesSlide" Target="/ppt/notesSlides/notesSlide19.xml" Id="Re0231d8c6b9a4e4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0c2cf8b6fa49ec" /><Relationship Type="http://schemas.openxmlformats.org/officeDocument/2006/relationships/notesSlide" Target="/ppt/notesSlides/notesSlide20.xml" Id="R5fc5df20c9c741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d9175a2cf44905" /><Relationship Type="http://schemas.openxmlformats.org/officeDocument/2006/relationships/notesSlide" Target="/ppt/notesSlides/notesSlide21.xml" Id="R99b970493f1946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e48983f2194746" /><Relationship Type="http://schemas.openxmlformats.org/officeDocument/2006/relationships/notesSlide" Target="/ppt/notesSlides/notesSlide22.xml" Id="R1c2b6b7d46a048e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23343429d14a24" /><Relationship Type="http://schemas.openxmlformats.org/officeDocument/2006/relationships/notesSlide" Target="/ppt/notesSlides/notesSlide23.xml" Id="Re6dd8d183ab6411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8450181e834913" /><Relationship Type="http://schemas.openxmlformats.org/officeDocument/2006/relationships/notesSlide" Target="/ppt/notesSlides/notesSlide24.xml" Id="R9c73e889681b48f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f22077f0194eb4" /><Relationship Type="http://schemas.openxmlformats.org/officeDocument/2006/relationships/notesSlide" Target="/ppt/notesSlides/notesSlide25.xml" Id="Rad5df158e916456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cd5827256b47dc" /><Relationship Type="http://schemas.openxmlformats.org/officeDocument/2006/relationships/notesSlide" Target="/ppt/notesSlides/notesSlide26.xml" Id="R57969afa88794b3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5cd609ee03406c" /><Relationship Type="http://schemas.openxmlformats.org/officeDocument/2006/relationships/notesSlide" Target="/ppt/notesSlides/notesSlide27.xml" Id="Rd8c92ba4d4a5487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f70d75db874903" /><Relationship Type="http://schemas.openxmlformats.org/officeDocument/2006/relationships/notesSlide" Target="/ppt/notesSlides/notesSlide28.xml" Id="R869d1ff1ac5b42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5e25a77b6a45ce" /><Relationship Type="http://schemas.openxmlformats.org/officeDocument/2006/relationships/notesSlide" Target="/ppt/notesSlides/notesSlide29.xml" Id="R3d36a5ce4671407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0A23E-84FB-46FE-B0A5-C9B9D3B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9358A-7A4D-4F97-A801-8ACDC45B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PROJECT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1981A-BE9F-4269-9A5D-CF00AAF3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52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和趣私域社群变现平台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55A14-A3EC-4971-BD3B-03369D6A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762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7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F7F7F7"/>
                </a:solidFill>
                <a:latin typeface="Microsoft YaHei UI"/>
                <a:ea typeface="Microsoft YaHei UI"/>
                <a:cs typeface="Microsoft YaHei UI"/>
              </a:rPr>
              <a:t>帮助已有社群经营者和零基础新手群主，通过社群冷启动、商品库、开团发布、分销帮卖、订单履约、售后结算，完成私域社群生意变现。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A5FA5-D8C4-4095-AD35-F67C1796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B3EE5-7F88-4C61-9962-B0CCC918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私域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37EF3-A0A7-416A-9F2A-95D8479A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社群变现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9A8C4-4F43-4B9E-8373-65C7E549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7F4C8-AEDD-4CFA-A63B-CE3ABB9C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9815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交易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12A69-CACC-4E56-851C-9F0A520F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3530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交易闭环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8C642-A4D4-4B47-BAD4-E2DAEFB3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0125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0E250-287B-47A4-9DC9-E45AD104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815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履约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1DA38-5915-4B87-8E20-02650CCB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530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售后结算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BFE68-FC75-464C-B90C-D4E927CD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10125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2404D-8E49-4593-8359-363D88EF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815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增长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3585A-ECDB-424A-A79D-324AB1FB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3530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复购经营</a:t>
            </a:r>
          </a:p>
        </p:txBody>
      </p:sp>
    </p:spTree>
    <p:extLst>
      <p:ext uri="{BB962C8B-B14F-4D97-AF65-F5344CB8AC3E}">
        <p14:creationId xmlns:p14="http://schemas.microsoft.com/office/powerpoint/2010/main" val="9932185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CBDBAF-4076-44E9-9553-B4AFE491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D9D24-23DA-4872-9879-B76DB7BC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MEETING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422D1-420B-4BF9-AA5D-8BFC06E3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这次让全员理解私域社群变现主线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5A66F-77E7-4058-8B8D-25E59E70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重点是讲清项目做什么、给谁变现、靠什么功能成交、先做什么、后做什么。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A1655-F243-4876-88D4-2BD0B070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18F31-168F-4E9E-A367-A1B21DCA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26E85-BF9C-4F40-9129-931F3073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2DAE0-9194-461E-BBDB-DDAB8745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社群冷启动 + 商品库 + 开团发布 + 订单履约 + 售后结算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E73DD-0F42-4B16-A76D-37260D14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907AB-F08C-4808-A19A-15770E5A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后期 B 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1126A-12D1-476E-98FF-7C2FBF16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选品中心、预售/服务履约、经营效率工具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88621-E750-4FBA-BF42-656C441F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6AC42-2B04-4230-BB5B-19CEEC3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后期 C 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C5199-613F-4F8B-B7C9-2FDF15E9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团长 App 与多平台消费入口作为后续承载能力</a:t>
            </a:r>
          </a:p>
        </p:txBody>
      </p:sp>
    </p:spTree>
    <p:extLst>
      <p:ext uri="{BB962C8B-B14F-4D97-AF65-F5344CB8AC3E}">
        <p14:creationId xmlns:p14="http://schemas.microsoft.com/office/powerpoint/2010/main" val="10794375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75BFC3-AACB-4DB4-ADD5-9047652F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750EB-4E05-456D-8002-71D2E761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D8AFD-F4A3-40D9-8852-A47D63AC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赛道是私域社群变现、社群团购和本地生活交易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D7CD4-B204-4EFC-9412-F546E9EC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项目主题不是端形态，而是把社群信任关系变成可履约、可售后、可结算的交易。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A72CA-6196-4447-9284-B8BEF88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79031-EC28-4190-995A-E01A9410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3000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5A7E1-820C-4487-B817-CF999FF3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主赛道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A5780-1CC1-4731-8EA3-6484750E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私域社群变现 / 社群团购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E96E2-252C-494E-B502-8EA56AF2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微信社群和小程序交易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F7CC8-8ECD-4DDF-9E1A-44B99BA7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09875"/>
            <a:ext cx="3000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97122-CF39-4B9B-89C7-AE649CA6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48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延展赛道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D1D77-372B-4DB6-8D40-4F104674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766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本地生活交易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017CE-7751-461C-B186-11D85A10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2386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活动、卡券、服务核销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AE5F6-429B-4D93-8B62-53048F53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3000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B98CF-DD6D-4226-87DA-760E3710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端形态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BB2ED-1565-4BD7-96BB-A25841B2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766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交易闭环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9F4EB-6420-4213-8A71-00733672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386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发布、履约、售后、结算</a:t>
            </a:r>
          </a:p>
        </p:txBody>
      </p:sp>
    </p:spTree>
    <p:extLst>
      <p:ext uri="{BB962C8B-B14F-4D97-AF65-F5344CB8AC3E}">
        <p14:creationId xmlns:p14="http://schemas.microsoft.com/office/powerpoint/2010/main" val="21053629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48F367-943F-40A8-8D34-D25EFF52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ABC9A-54C5-4210-BB97-186FED95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E6FC8-BCC6-4185-9A0B-A90AE252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公域获客变贵后，私域社群需要可复用的变现工具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204AD-2B35-49D1-9E68-3CA27C30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已有团长需要提升交易效率，新手群主需要从第一团开始，平台要把订单、售后和收益约束住。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1DC38-FEFA-4395-8A3F-7EAAF00D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5E752-D404-4F38-86AD-D9C57D86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A4CCD-681C-4029-9B4F-553ACC75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311E1-4D67-4303-9B64-A46B33F3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社群信任适合低成本触达和复购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8626B-305D-47F0-96BF-771294EA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FC41C-1F92-45EB-87CF-CAF8035F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623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23546-8B79-4305-920E-774F38E9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商品库和开团发布降低发品门槛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07A90-787F-44D9-BB10-FD4D89ED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41C43-5F04-4C15-81A8-DAFAAE49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DC366-B24C-4C57-8093-456A4215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71925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活动、团购、卡券和服务覆盖多种变现场景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62C4F-3988-488A-8E40-892A9368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06E16-C6BC-4C42-A3B6-26E05B0C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005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86B7E-2630-4CA8-AAE7-C37023EA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订单履约、售后退款和收益结算决定平台可信度</a:t>
            </a:r>
          </a:p>
        </p:txBody>
      </p:sp>
    </p:spTree>
    <p:extLst>
      <p:ext uri="{BB962C8B-B14F-4D97-AF65-F5344CB8AC3E}">
        <p14:creationId xmlns:p14="http://schemas.microsoft.com/office/powerpoint/2010/main" val="2292317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CEFE12-0F85-49D0-A99C-F6DEB5E2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284D5-FE54-48F5-8838-2546B0B1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MARKET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07225-B586-4F1F-933F-B556F20C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市场空间仍用 TAM/SAM/SOM，避免把热度当收入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0A425-8A32-488E-961B-E0654073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私域电商和本地生活是大盘，首期只用真实订单验证和趣能切下的社群交易。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6B830-D9C2-4177-86C6-E62E953A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81570-6E96-4248-A29D-663B7BE9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82940-497A-42A0-A257-0654FFD0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3万亿+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87CB9-2151-4C23-9A01-9F36415C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2025E 私域电商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96AF1-D7C8-4FFF-915C-A4BF886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813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5FB86-A331-4A74-BA9E-796B06C1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9.50亿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06C13-7C6C-4D8E-862F-733397F4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24225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微信小程序流量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0F1E8-43A1-4FEA-A3F2-0C6B3622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92EB0-CF67-4963-8DF1-B102EE70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多平台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2688A-5970-4E82-B806-D965475E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24225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活动/团购/卡券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35980-D820-48F9-B22C-EF6ACE34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13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2750D-2087-4815-8F00-018FB6A0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527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SOM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2992D-3227-4BB2-BEE0-6C268EFF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24225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真实订单验证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F0628-E369-44B1-91A7-1586007A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市场数据只用于方向判断，不代表已验证收入；首期仍靠订单、退款、复购和团长留存证明成立。</a:t>
            </a:r>
          </a:p>
        </p:txBody>
      </p:sp>
    </p:spTree>
    <p:extLst>
      <p:ext uri="{BB962C8B-B14F-4D97-AF65-F5344CB8AC3E}">
        <p14:creationId xmlns:p14="http://schemas.microsoft.com/office/powerpoint/2010/main" val="17604132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B6C9B6-416C-4826-850E-9ECDC3F7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5B097-9BF0-40A6-B153-A0009AE5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72C07-4FDE-4ED0-B497-F9E80578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用户分为已有经营者和零基础新手两条成长路径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C0746-0807-4EDD-8691-EBEA806E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产品既要帮成熟团长提高效率，也要帮新手群主完成社群冷启动和第一团。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AD295-26D2-47D4-93BB-7BE34457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19BB0-CF56-49E0-87C3-FD957E1E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7C077-F966-4D83-8CE5-3572902B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已有社群经营者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E8835-33B4-4E79-B7FE-8F4835D7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发品、开团、订单、售后、收益、数据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CDC8C-E747-4546-B340-BD2C98F8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0FB6C-88C6-4744-BA37-C35B099C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新手起号群主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42E80-AC38-4260-AF92-2DE99016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冷启动、建店、选首批供给、开第一团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F1417-748D-4CB0-852F-04BF8F37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1F96F-2B92-4E0E-B70F-1F2EF9DD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消费者/团员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EE600-6281-4D8D-83D1-86794737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浏览、下单、核销、订单、售后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4E916-2039-4F1E-9C77-ECE43A88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85995-870A-43C2-A293-C20C9731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平台运营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518C2-9FFC-49C6-ACE7-3C73265B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统一审核货盘、风控、工单和结算</a:t>
            </a:r>
          </a:p>
        </p:txBody>
      </p:sp>
    </p:spTree>
    <p:extLst>
      <p:ext uri="{BB962C8B-B14F-4D97-AF65-F5344CB8AC3E}">
        <p14:creationId xmlns:p14="http://schemas.microsoft.com/office/powerpoint/2010/main" val="13508409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EE547A-4527-4A08-95C2-A1406ABD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AE730-7514-48CD-8A9F-2DA18641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PAIN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E7517-6624-445F-9EAA-E113A319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核心痛点是不会启动、不会发品、履约售后和分钱难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5A5BC-0470-463D-AB42-D8B49DD8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先把社群交易闭环做扎实，再谈多端入口和经营工具放大。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6400E-F68B-4A5B-AED1-B25638BE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484E4-5814-4B34-A2A9-DEA19358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BE6C9-824E-4913-A5D2-8709B845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起号难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23FF5-AF43-4395-9C54-E28A6331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新手不知道做什么社群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79BCE-788E-42D9-9007-9893355E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F61FB-94A0-4EFC-8564-A23B40E8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76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选品难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C6AF8-0C4A-45D7-81C5-7CD47499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不知道第一团卖什么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AB626-E0AF-4139-83C3-BA3A422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6F131-4984-4999-83C7-DFC4D1B9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履约难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37F60-1E27-4B7D-AC60-40B492A7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核销、发货、卡券分散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1587A-8448-4CFB-AC04-ACC4D7D9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7942D-5817-4135-9DD3-DCFEE4B7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售后难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A0C80-9707-4D56-9D44-A22500CE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责任方和退款说不清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80569-6A9F-4323-988D-BFA1ABE9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53095-41E0-43AC-A936-8FF097B9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分钱难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7C046-4CE1-4C44-A367-9A7314CB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67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佣金、加价、优惠要算清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06DD0-466E-45C3-89C6-954F0175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DF183-1F19-4655-B994-77F315BE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05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结算难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95862-EEBB-4A69-9932-6AB0256D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67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收益必须回到统一账本</a:t>
            </a:r>
          </a:p>
        </p:txBody>
      </p:sp>
    </p:spTree>
    <p:extLst>
      <p:ext uri="{BB962C8B-B14F-4D97-AF65-F5344CB8AC3E}">
        <p14:creationId xmlns:p14="http://schemas.microsoft.com/office/powerpoint/2010/main" val="4850570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9AA521-A057-41F9-9644-72D62F22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879E1-3DCA-4D5E-AC5D-FCBCC4EB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PRODUCT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E6761-A636-48C5-A69A-930C4FA6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产品主线围绕私域社群如何完成变现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A9119-EDA9-4866-B938-215E4A4E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所有功能都围绕从社群冷启动到开团成交、履约售后、收益结算和复购经营。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0FDD7-4342-460A-A291-F26D374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4F5D7-F7EF-46B7-86BA-36931D0E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051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A0E3C-8E4A-4841-B376-A8D53F7B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选择经营方向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71A92-E1E1-4C0A-BB9C-28A8CCD8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1146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C02D7-BE82-4D15-9035-6EDE1347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814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4FEFF-BD59-4719-A405-40F540BB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528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社群冷启动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25F0B-E42D-4CAC-9E24-79603B34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9909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E83D5-82AC-496F-A240-2E0924AE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051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5CE5C-CC61-4D13-986C-F755A79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765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社群建店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7169E-076A-45D6-8D01-F2A16DC6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146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3AFA8-B22A-484A-B320-BCBD03F0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814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1BF61-3BD0-4794-9B11-870C1CA5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528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商品库/供给库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0BAAA-1187-4290-8423-3C19B88E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9909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98DF2-68BF-478A-BC6C-1936970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051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788B2-CB8F-4FF8-8578-AF03AFB7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765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开团发布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16301-8F39-4012-8433-1B3FF91A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146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4A01D-D98F-465B-859D-0CFC7B00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814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32543-A4AF-4342-9BBC-BA181FDD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528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分享成交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24EEF-D826-4689-9FAC-81E23293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909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437C2-5C4E-42D8-A19D-6F33E981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051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CB005-5D02-44D2-856B-79683460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765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履约售后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239DAA-3531-4022-A206-29F8A97F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146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DF9CD6-7547-44BE-86ED-BCF7F438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36F8B-B3A0-4B87-A6AF-47529585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528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收益结算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AEAF07-D119-481A-9001-CD46B442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909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F4EEDA-1883-4E7D-ACC9-8326FF33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051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DF126-88B8-40E8-8CBF-3122C763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765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复购经营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1A98E-0DDD-4F7F-A833-9A3BEEDC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1146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BE38B4-F1B0-4085-8E64-B7749272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814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F1F9AE-EE24-4213-A918-285B7B20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9528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选品中心放大</a:t>
            </a:r>
          </a:p>
        </p:txBody>
      </p:sp>
    </p:spTree>
    <p:extLst>
      <p:ext uri="{BB962C8B-B14F-4D97-AF65-F5344CB8AC3E}">
        <p14:creationId xmlns:p14="http://schemas.microsoft.com/office/powerpoint/2010/main" val="14940073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938E15-EAF3-471E-98A1-0E2D5F4A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DCB15-4E17-43BE-974E-8FC38951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PRODUCT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2DAA3-9A5D-4235-B33A-0264D568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V1 是同一微信小程序双通道，不拆两个小程序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DD79D-A9E9-48C7-8D5A-1E8A13DF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同一用户可按身份进入不同通道，避免一开始产生两套小程序、两套订单和两套维护成本。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631A2-6098-4132-B9F8-C31EBE40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11DEF-DB5E-4429-BB8E-90B4435B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9860F-DAD3-46D0-B0A7-CA9981AA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72DC2-33B7-4D5B-8DE6-8957785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C 端消费通道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F8EF8-7314-4787-8BD6-1E49547D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社群店铺/团购页/活动页/卡券页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11F55-64D4-440E-8737-53137E21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订单/核销/售后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DF6AB-941B-41DA-B8F8-04B26246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B 端经营通道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46819-59D0-43DD-ADF7-DDCE070B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冷启动/建店/商品库/开团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115D0-CBAE-419E-8ED4-0196D93F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订单管理/售后/收益账本</a:t>
            </a:r>
          </a:p>
        </p:txBody>
      </p:sp>
    </p:spTree>
    <p:extLst>
      <p:ext uri="{BB962C8B-B14F-4D97-AF65-F5344CB8AC3E}">
        <p14:creationId xmlns:p14="http://schemas.microsoft.com/office/powerpoint/2010/main" val="2491132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22B1EA-1C6D-40B8-9C11-922330EA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EC73B-4045-49DF-A1E3-9116CF6D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32352-7F1A-41CB-B4EA-B646E353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统一交易底座 + B 端经营通道 + C 端消费通道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9BEB2-F71F-4177-A6F7-1ED6CE38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这是后续所有端形态的产品架构。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2BB79-1507-4327-A5F7-007EA507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1C411-212D-4975-97ED-77A52279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E46B6-9552-4600-BDD0-0C023FEA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交易闭环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4C51A-1766-4660-8078-57E1E889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账号、社群店铺、商品库、开团、订单、售后、收益、归因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40E1C-3E03-45F1-B64E-93B45A99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7DCB7-97BB-4A11-B077-06BF3721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B 端经营通道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272D6-D825-49AA-AF74-0EE11EAE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V1 微信小程序经营台；后期团长 App 承接重度经营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941ED-B671-4CAA-A1EF-21F99EDC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F9F64-E99A-46F4-B28B-D6D8D3B0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C 端消费通道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BD4B2-ED1C-4802-9259-8947DFFB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V1 微信小程序消费端；后续微信/小红书/抖音小程序消费端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C60CB-0804-477A-AFF1-F897F62B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3785B-2692-4C32-A0D3-76CCBD47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核心原则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5B7E1-1176-4B0F-B449-C5922D97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多端只影响入口、展示和归因，不改变交易底座</a:t>
            </a:r>
          </a:p>
        </p:txBody>
      </p:sp>
    </p:spTree>
    <p:extLst>
      <p:ext uri="{BB962C8B-B14F-4D97-AF65-F5344CB8AC3E}">
        <p14:creationId xmlns:p14="http://schemas.microsoft.com/office/powerpoint/2010/main" val="20511834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20B79-2A50-4C41-B527-9AF07C89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FE77E-BCBA-48F8-B982-04C81FF8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MODULE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199A9-83D2-41FB-9E2B-358483C2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核心模块全部服务统一底座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958C8-FF77-4ACC-9AD1-60AF8876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任何端都不能绕过商品库、订单、售后和收益账本。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147F6-8A98-4094-8301-DA7A8642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8AF32-2967-4AB7-86F2-FC9812C6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4D691-3915-4DDC-86E6-51E4D225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社群冷启动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3A0EA-CF79-4BFE-AB8C-0245BAF0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B端任务路径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2E6FF-CD01-415B-98AF-1E3A3FD6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D7022-19D0-4E4D-B467-177DE667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76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社群店铺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5F21B-691F-4351-AB40-E347EFD0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C端展示/B端配置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7E575-CE30-49C3-A766-0AFC7DAF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5FC86-75AD-4D7B-B106-9EAB96EF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商品库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6B7CD-90F1-4A7A-B854-07B61E0A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统一供给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0CD61-43D7-4E34-9BAC-C82C302C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78DD0-4F93-4AF8-99E7-69FC387C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开团发布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A3ED2-D2C3-47DB-82C2-F065A208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统一销售动作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F335F-8871-4D0B-AF4E-407A74D1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F2581-1BAE-4ACA-A9EE-474C9C8C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订单售后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E23ED-D18A-4C32-BBC4-BBDAE86B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67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统一履约可信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758CE-FEB9-4064-86B2-85BC70F8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4003A-4EB9-499D-BF1F-BFFBCA9A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05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收益账本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6DC45C-72A8-4ED5-8D74-A73870FC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67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统一结算解释</a:t>
            </a:r>
          </a:p>
        </p:txBody>
      </p:sp>
    </p:spTree>
    <p:extLst>
      <p:ext uri="{BB962C8B-B14F-4D97-AF65-F5344CB8AC3E}">
        <p14:creationId xmlns:p14="http://schemas.microsoft.com/office/powerpoint/2010/main" val="10907930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1F4D2F-F28C-4C8F-A3CC-1ECA35DF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B93FC-615B-41FB-A330-25BF4828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SUPPLY LIBRARY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2960E-59C5-4572-9BAF-BB6B8F97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货盘不按平台拆分，V2 选品中心统一服务团长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2B688-67F0-4968-9D54-0914E7AA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微信、小红书、抖音消费端未来看到的是同一套可售供给的不同展示入口。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1D16B-D8D5-4625-BEAF-E5EA4687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A239A-94BC-4957-AB5A-72902881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9B0A6-C2B7-4F3A-8173-ACC4FE9B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V1 商品库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1385B-12CF-4108-86FD-935A089D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审核货盘和人工推荐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60873-2711-4742-B83E-37964AE2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AFBC4-7D4D-4407-9BA3-ED8894E4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V2 选品中心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64B12-8F5F-44DF-9C2A-02929F56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推荐供给包、成熟供给选卖、热卖榜、转化数据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1159C-7B45-4F9B-BC1C-A01847BA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48759-20BD-48C3-80C1-724E6F68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多端原则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6A379-7738-4B15-BD99-9BAD758F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同一供给可进入不同消费端，但责任、售后、结算规则共用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67B2F-51BF-41AD-AD97-6829E127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23146-2192-4C07-9920-3B8C55BE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禁止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68D22-4390-432D-B149-606A5FDC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每个平台单独建一套货盘和订单</a:t>
            </a:r>
          </a:p>
        </p:txBody>
      </p:sp>
    </p:spTree>
    <p:extLst>
      <p:ext uri="{BB962C8B-B14F-4D97-AF65-F5344CB8AC3E}">
        <p14:creationId xmlns:p14="http://schemas.microsoft.com/office/powerpoint/2010/main" val="271576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A64F4-80AA-4F34-927B-FCE99915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8E60F-F9B6-4076-A688-D9959040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LAUNCH MODE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1D943-56EC-4829-8155-33AB9684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开团发布仍采用商品库 + 开团类型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ADC5A-E791-400E-8217-98BD10CC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B 端负责发布和管理，C 端负责展示和成交。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07020-996D-4E8C-B026-62E3FB17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D928B-C963-4D86-8EC0-0C3364AF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E239E-6E2E-44CF-BC66-9C8055C7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普通团购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0A07F-DFC9-4D66-8664-DB915BB0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现货/标准供给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F6340-7E19-485B-B302-F0F12FE5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00375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C79F5-916C-4665-9588-0D082971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194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预售团购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FE5D0-A1D8-4A6F-B6FA-D2DAE8E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762375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先收单后履约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B9B8F-4110-4137-BA7B-F8C00878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19694-9A10-4EBF-8C96-95FE41BD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194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卡券团购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FE447-4417-4165-BDA9-634C8E02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62375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券码/次卡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09923-D4D3-4E4D-A4F4-35E790D5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00375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863E3-3C14-49A7-BA95-E76F46A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194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活动报名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42A0A-A72D-415F-8884-EA3D0764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62375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场次/票种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F05E9-F4CC-4252-BDB5-9B75F711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20117-39EF-45F1-AADC-C6081C1C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到店服务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1C747-2E34-45F6-AB1D-7D6ABC98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62375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预约核销</a:t>
            </a:r>
          </a:p>
        </p:txBody>
      </p:sp>
    </p:spTree>
    <p:extLst>
      <p:ext uri="{BB962C8B-B14F-4D97-AF65-F5344CB8AC3E}">
        <p14:creationId xmlns:p14="http://schemas.microsoft.com/office/powerpoint/2010/main" val="14160433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519F69-3B04-489C-BFD0-DB1ADBE3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044DB-CCB4-4849-B806-99B757E6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BEGINNER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6E61E-8ED3-48BE-88B2-401EFA57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新手冷启动发生在 B 端经营通道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6D516-17B3-4B75-AC60-CFCE39DA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新手从 B 端选择方向、搭主页、选首批供给、开第一团，再分享给 C 端消费者下单。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252F1-47C4-4DB4-9E95-74416E1F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396F4-3F3B-483D-8477-FAA57417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A9F9C-D9F7-42AA-BF88-9A5D2139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D3BCD-307C-4926-8D1F-9E88E475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选方向：亲子/青年/创业/社区生活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34E50-3A2A-4977-83CF-F7422FBC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搭主页：模板、货架、信任信息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EB6DE-5F5D-448E-90E7-AF5928CF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选供给：活动/普通团购/卡券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CD90B-A4F3-4CFD-A68A-D319C61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开第一团：标题、图、价、售后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BDCD9-6E2B-43AC-B7BB-5955CA56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分享成交：微信 C 端优先承接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C17FF-CA72-45BF-8A8B-6F54633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复盘：浏览、订单、退款、收益</a:t>
            </a:r>
          </a:p>
        </p:txBody>
      </p:sp>
    </p:spTree>
    <p:extLst>
      <p:ext uri="{BB962C8B-B14F-4D97-AF65-F5344CB8AC3E}">
        <p14:creationId xmlns:p14="http://schemas.microsoft.com/office/powerpoint/2010/main" val="115550160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2FC36-09F4-4129-9945-B7CCC41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64C79-08B7-433D-A3DD-37ABC936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0AF5E-E6A9-47FB-A6E1-548595A1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活动变现类型要支撑不同社群和后续选品中心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6C24F-0807-4FA4-9266-56D7DE31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活动不只做亲子、青年、创业三类，首发用白名单控制风险，后续按数据受控扩展。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CC080-9A89-432D-A698-AE823751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601E0-211C-4E60-A3F6-4A6F01ED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04AD1-0770-430E-A919-95D42412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E9492-2053-4569-9AB1-C016EEB1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亲子家庭：手作、研学、儿童剧/展览、亲子运动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7114D-E285-4203-A0B4-76F37DB5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青年兴趣：Citywalk、桌游、摄影、音乐/观影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2881F-3FA1-423C-8ECA-E1BF79EF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创业职场：沙龙、资源对接、路演、工作坊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25B34-205E-4C66-9A49-F440052A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社区生活：邻里集市、体验课、节日主题活动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768E4-2F29-4259-AA85-7F6B9C91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受控扩展：文旅休闲、健康运动、学习成长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EDF3D-098A-4A57-B4D4-3521F63B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暂不开放：高风险户外、多日行程、强效果承诺</a:t>
            </a:r>
          </a:p>
        </p:txBody>
      </p:sp>
    </p:spTree>
    <p:extLst>
      <p:ext uri="{BB962C8B-B14F-4D97-AF65-F5344CB8AC3E}">
        <p14:creationId xmlns:p14="http://schemas.microsoft.com/office/powerpoint/2010/main" val="212968034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96D2D-1417-4C62-AE80-A8311B4A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65301-0071-4823-88A7-1A369FCA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COMMERCE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FCD4B-C0BA-4CC9-82F2-022ED346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电商变现必须共用订单和售后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79838-B76F-4884-A75F-47670E51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物流、自提、预售不因为入口不同而拆出多套履约系统。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1B1CC-777E-4344-9E83-48B639B4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D673A-6481-4A64-9282-9408E0EA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3000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6047D-3C0D-461D-A930-031CA437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物流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06345-984D-4B05-A3F9-B16A19E3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规格、库存、发货、退换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01778-B0B8-41B1-808B-8FF01F49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低风险标准品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D1B1C-B56B-4209-805D-1A09D221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09875"/>
            <a:ext cx="3000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C27CA-5E4A-4659-8002-F0157E2F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48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自提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FADD1-D099-41E3-9B60-2565407F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766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自提点、提货码、核销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F8647-241B-453C-8EFC-2D827783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2386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社区/门店自提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CFC6-D05E-4A48-AC31-CCB5A93E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3000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A354A-4DB3-40A8-B6C1-79DC615A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预售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C45ED-F0F4-4883-B236-EFE23E5A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766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截止时间、预计履约、取消规则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E7560-439F-46B2-93AB-954B2C04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386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V2 验证</a:t>
            </a:r>
          </a:p>
        </p:txBody>
      </p:sp>
    </p:spTree>
    <p:extLst>
      <p:ext uri="{BB962C8B-B14F-4D97-AF65-F5344CB8AC3E}">
        <p14:creationId xmlns:p14="http://schemas.microsoft.com/office/powerpoint/2010/main" val="135381713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2C8CA1-4892-43E0-8755-3CD4E08B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C03D9-4842-4720-98BC-F2ACB2E6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VOUCHERS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93DDF-2E3E-478D-966F-A30E15D8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卡券适合多端消费承接，但核销底座必须统一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D3F9E-85BB-47DC-B9D9-162172AE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无论从微信、小红书还是抖音进入，券码、有效期、使用次数和退款规则必须一致。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3FD68-219B-45F3-AE59-A64CA1F0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5B617-3E8D-443C-B838-C9CAB6D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BF459-ACB2-4F80-805F-7595920F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D3C3D-C2ED-4E56-A939-52AAF4E6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单次券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B97BE-AAF7-481B-8A96-0C9C7720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次卡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0CC22-2C9E-4CDA-9898-4A233846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权益包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4E598-2552-484B-802B-05FEE5BE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体验券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86F53-4D6F-48EB-9E9B-C800E720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支付后发券码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D82D4-D979-4FED-B725-B8DF205E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到店或线上核销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736FA-1ABE-46A4-BFC6-47968860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未使用可退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25274-0313-4B51-9BEE-3221C664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01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部分使用按规则退</a:t>
            </a:r>
          </a:p>
        </p:txBody>
      </p:sp>
    </p:spTree>
    <p:extLst>
      <p:ext uri="{BB962C8B-B14F-4D97-AF65-F5344CB8AC3E}">
        <p14:creationId xmlns:p14="http://schemas.microsoft.com/office/powerpoint/2010/main" val="28347169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299B8E-AD3F-4B5E-9836-93B13EE2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AF5A2-BB5A-405B-9DD1-F070F1A1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LOCAL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C8F76-85E1-478D-8F90-C3D79F17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本地服务多端展示，仍只做受控到店核销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B8CD4-58FA-4EE9-9DD6-3575C4D5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流量入口变多不等于服务品类无限开放。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A9707-E068-4B81-AFA9-10486444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8ECCD-6337-44A1-A716-ED60AAD4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40FE2-4DA9-4D88-9755-D5775413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上架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05470-4A57-411B-B10D-0AD433E8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门店、服务规格、可预约时段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9BF1E-9AF4-4DE8-999C-9B579ED8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E74CA-597B-46B8-9AE6-8E3CD3B5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下单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ADEEB-4418-4A58-A969-7E4F8D23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C端选择时段并支付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3DFB7-425A-4535-8468-BAF26D90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16C9F-F667-4BBC-807D-3A8DA6D1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履约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D93F9-E39E-4AE1-A7BD-34437B24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到店服务后核销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BB657-CBD9-4228-A528-50B83C6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90968-9783-40F3-813A-B2A6AD60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售后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2D02C-D96B-4288-A5FF-B0327FFF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取消、改期、未服务退款、投诉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535ED-67D5-4CF4-AD7D-ED0B095D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61DAA-D8A9-49F9-8F5E-FEB19349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禁止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C286F-0C5B-4616-830B-EA3FD2B8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上门、医疗美容、高安全责任服务</a:t>
            </a:r>
          </a:p>
        </p:txBody>
      </p:sp>
    </p:spTree>
    <p:extLst>
      <p:ext uri="{BB962C8B-B14F-4D97-AF65-F5344CB8AC3E}">
        <p14:creationId xmlns:p14="http://schemas.microsoft.com/office/powerpoint/2010/main" val="134921193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197639-FA04-4E75-9FFA-AF01DE7F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332C9-F639-44BE-9BAC-89A05DDA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ORDERS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752EF-A645-4390-A357-5F61C9C1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订单中心要同时记录履约类型和渠道来源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618E4-4264-46BE-87C7-347C405B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订单仍按履约类型管理，但必须新增来源平台和来源团长归因。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17F7F-41B3-45B4-883F-702D2635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EFB72-1509-48F3-8485-6887916C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566EF-52C0-44B5-8B7F-FDEABA60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活动报名订单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F2709-3387-407D-9CEB-F991C939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报名/核销/取消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8D13C-32C6-4D2A-B45E-810BF79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00375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140A1-A58E-4548-8921-47117924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194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物流订单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87D2B-3C5B-446E-B98F-29D91B17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762375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发货/签收/退货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112B2-7A70-4A08-9076-C39BE266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2C5E4-C1ED-4673-BEBB-EAF5171C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194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自提订单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E06F4-3DDE-46B5-B96E-38F80B6F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62375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提货码/未核销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F0DEF-2818-412D-9379-E2F52A10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00375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800ED-4C3F-4AEC-8EB0-B7065FD5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194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卡券核销订单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C2E4C-2838-4D08-AB31-73331223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62375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待使用/次数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97FEE-09F2-4950-B7EC-247E5EAF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1C701-6D01-42A4-84F7-1A6D0734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服务预约订单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9A61F4-73E2-4B4B-9BD1-A36CD8DE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62375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预约/到店/投诉</a:t>
            </a:r>
          </a:p>
        </p:txBody>
      </p:sp>
    </p:spTree>
    <p:extLst>
      <p:ext uri="{BB962C8B-B14F-4D97-AF65-F5344CB8AC3E}">
        <p14:creationId xmlns:p14="http://schemas.microsoft.com/office/powerpoint/2010/main" val="185111279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7C509-8F1A-4633-97FE-BA4EC6E5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C8314-BEC0-4927-A0DF-C886C754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0664B-BB5F-4FFE-B448-62FE7064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分销帮卖仍只做一级，跨端也只记录一个直接推广团长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6CD1D-31B9-4615-86BA-9F81F01A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多端入口不会改变一级收益规则。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17B93-689C-4281-B3D4-8F616FC6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D5391-C859-48EF-A7D4-BA09E72C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71506-624D-485E-87A1-12267D06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BE389-9700-451A-BB0E-0CD1B53B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固定佣金分享赚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C7D90-4344-4C2C-A57A-F80744FA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消费者价格一致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B187B-D41A-4631-BA34-208E1EE1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发布方设置每单佣金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7A993-2586-41F0-865D-EEBD87BC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加价帮卖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FFFCC-D671-4B35-A7D3-113BF77B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发布方设置底价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455B1-691D-4A74-8DB6-CE6BBCD4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• 推广方设置终端售价</a:t>
            </a:r>
          </a:p>
        </p:txBody>
      </p:sp>
    </p:spTree>
    <p:extLst>
      <p:ext uri="{BB962C8B-B14F-4D97-AF65-F5344CB8AC3E}">
        <p14:creationId xmlns:p14="http://schemas.microsoft.com/office/powerpoint/2010/main" val="194672168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379571-6BC9-456E-A86E-AE0E2BD6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D586C-2E1A-47D4-8C46-4C2D9438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CHANNEL ATTRIBUTION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4E80C-280F-4AB7-A464-6E671C4B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归因需要同时记录平台入口和团长入口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8BB47-C4EC-4E58-A97A-E2B0FDCD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多端后的关键不是多做页面，而是把订单从哪里来、谁带来的讲清楚。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303B8-FC83-4846-ADB3-140C4DB9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6CDE7-0C3A-440B-8449-9816061C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6A662-BD7E-4278-8B6B-C84618D1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855EE-381E-4F32-9D40-3C1007F7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记录 ChannelSurface：微信/小红书/抖音/团长 App 等端形态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66F0F-459A-489F-A2DF-3D8EDC51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4126E-7D82-4A30-B4D2-D6A08947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623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9AE2A-408E-416A-AB94-51010BFD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记录 ConsumerChannel 或 BusinessChannel 的入口类型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35F59-E30C-44E2-8DB7-639B4FEB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4E27D-D384-4131-836A-9CD08329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A342E-B84A-4C39-9F61-29A2C440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71925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记录直接推广团长、分享入口和规则版本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741FB-81C9-4600-8391-443E0A0E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D535D-DA75-421F-A5FD-CEA187D1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005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EAB03-B5C2-4536-9753-738D927F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结算仍回到统一收益账本</a:t>
            </a:r>
          </a:p>
        </p:txBody>
      </p:sp>
    </p:spTree>
    <p:extLst>
      <p:ext uri="{BB962C8B-B14F-4D97-AF65-F5344CB8AC3E}">
        <p14:creationId xmlns:p14="http://schemas.microsoft.com/office/powerpoint/2010/main" val="80820155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BD595E-18DE-4327-B00B-CA9FAC25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A83D0-31E1-4804-82DD-E4D935F4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6F9C9-41B6-4B5E-9508-BD79DB24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收益账本不按端拆分，仍统一解释钱在哪里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D00D5-24C9-4080-B4B2-5562472E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多平台消费端带来的订单，仍进入同一结算规则。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1C69B-64E1-4BDA-9312-4F9FE53E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D78B0-977F-485A-BF23-0E42CBD6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DA499-D945-47A8-9EE9-2D82FCCF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待入账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8549B-D025-4D8B-9F7E-26E49D4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售后期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36ED5-2E2B-46B3-8247-5373E593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813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C9CAB-8E13-43E6-8DBF-07A9E5F8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可结算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E8DF1-6CFC-4BB8-AABE-1384620D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24225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可提现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5451E-8C4F-42A7-8FFE-193AF882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C3077-FD53-46C0-9016-78869448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售后冻结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609D0-9C3A-48F4-AA36-084837F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24225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工单中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7E3F4-771B-4D6B-A65F-DFCB0C2A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13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42839-7AAE-44E4-9284-5615E588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527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退款冲回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7C017-5933-4405-B7D3-2AE1A460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24225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按比例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78137-4B0A-46F0-ADA9-6DC4F422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真实自动结算必须先核验支付、分账和退款回退链路。</a:t>
            </a:r>
          </a:p>
        </p:txBody>
      </p:sp>
    </p:spTree>
    <p:extLst>
      <p:ext uri="{BB962C8B-B14F-4D97-AF65-F5344CB8AC3E}">
        <p14:creationId xmlns:p14="http://schemas.microsoft.com/office/powerpoint/2010/main" val="10757133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06A8C4-E3F7-4BC5-A2EC-A1A664F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0E581-7DED-416B-B226-4BF7D877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SERVICE 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26AA5-4DB1-4AB4-99EF-48CE2E28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售后服务台必须跨端统一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731EE-2697-4BF2-8D93-F5C3F7D0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消费者从哪个端下单，都应该看到一致的订单状态和售后入口。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B6427-C89D-44C2-A256-941CD5F1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660B9-37FA-4722-BF09-2BF86477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051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04409-C837-47F7-96F9-EFE90C0F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用户咨询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13028-3F8B-47C2-8414-28B99B14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1146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F8B1F-3B09-4456-B8A9-FCA0C48B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814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E1E38-B8F3-4E84-8D89-A9537401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528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生成工单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9E1C8-C18B-4178-9433-6FF4B066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9909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864AE-ED45-4CDB-877C-6344317A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051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1B606-42B7-479E-ADE2-D0BABA2E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765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责任方响应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F0F6C-7BDC-4A3C-941B-EAF92AEC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146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5A3BB-B886-4D8B-A45B-B191D35D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814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BE6AD-EA14-4ABA-8D6C-A2BB676A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528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处理退款/核销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19BA2-251E-40D9-B42B-64CAEF26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9909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E359A-F59D-4E72-A73B-2552DCAE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051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D5817-02B0-4D28-BA3E-1E50C654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765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阻断或释放结算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45EC7-5BA2-454B-936A-9B0FFF67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14675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3B2C1-10CF-4F9F-80F4-86392460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81425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A9B090-06AF-4469-AE4B-B4C30E67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52875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沉淀风险记录</a:t>
            </a:r>
          </a:p>
        </p:txBody>
      </p:sp>
    </p:spTree>
    <p:extLst>
      <p:ext uri="{BB962C8B-B14F-4D97-AF65-F5344CB8AC3E}">
        <p14:creationId xmlns:p14="http://schemas.microsoft.com/office/powerpoint/2010/main" val="141435437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47B628-31AE-4CD1-BC47-7AE7FE7E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1A06D-41A5-44D2-B13A-3D466371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8012E-F4C3-4E0A-B9A7-E0768CC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快团团可参考经营组织，但和趣主线是私域社群变现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6E129-661B-4914-AF24-3E01DE9D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和趣借鉴商品库和开团方式，但更强调活动/卡券/服务的履约售后和结算监督。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14081-5A94-4128-9F68-2543F852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D7F91-65C0-4A1F-A22B-68A8F9DD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47E8C-2A16-453D-99D3-77F4D85D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可参考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A6CF9-1F70-4B16-ABFB-602D97E8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商品库、一键开团、帮卖分销、订单处理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D5A96-D83B-4CE7-8A97-39A9BE04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EFD1B-7E2F-4AD5-B79D-AD3AA751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和趣补充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A594A-F2B9-4AF3-BBCF-4714F800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活动货盘、卡券核销、到店服务、售后服务台、收益账本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FBF0B-A970-4B99-81A2-F09A7805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AC6B9-24CA-4AF3-BFC8-75ACB883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不照搬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E6B14-E32B-46C9-B4D8-6B08A94C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全品类开放、多级扩散、平台间割裂货盘</a:t>
            </a:r>
          </a:p>
        </p:txBody>
      </p:sp>
    </p:spTree>
    <p:extLst>
      <p:ext uri="{BB962C8B-B14F-4D97-AF65-F5344CB8AC3E}">
        <p14:creationId xmlns:p14="http://schemas.microsoft.com/office/powerpoint/2010/main" val="176967640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B6DEA8-222E-44A2-BB87-50363EFD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D5991-5B75-4B83-91CC-C626AC64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C721A-304A-42CA-8698-6BDA0FD5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V1 必须跑通私域社群变现交易闭环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0D7DD-A0C4-4634-AD3E-6135C9A2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先让新手和已有团长能建店、选品、开团、成交、履约、售后和看收益。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54680-FF10-4560-9428-1EA7BFB5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F8550-143B-499A-8841-8B952719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8074E-F420-425D-8671-C90B9AE8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消费者侧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19B58-9CB0-406B-B6AF-45A6FCF7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店铺/下单/核销/售后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B035A-023E-453D-B2CC-635F5647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423A8-B986-4FF2-86B7-6865A1F4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76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团长侧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35A97-AE3B-439A-BB91-311E64CE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冷启动/建店/选品/开团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712B2-B18A-45DC-93FB-3CF0CD25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65192-0C47-4F01-814F-DD0E04F8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商品库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C4099-A42A-4079-8592-A1D9A8B4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审核货盘/人工推荐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6D924-8BDA-4D75-976B-CE982C68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25A9C-6311-4E43-917F-4D51DD2C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订单售后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9FD90-D4DE-465C-B216-9D9B2B7F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状态和工单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9DD3C-B829-4619-A4A1-11217C40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CAF6A-5035-4D68-B55A-49A478FC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收益账本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91D0C-D462-4F68-8424-357E1266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67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入账/冻结/冲回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93741-6981-4CC3-B12A-FE2810CB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94D67-5913-4742-A312-5A5E8D88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05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承载方式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461B4-0F15-4EDA-98D5-5B74266A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67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同一小程序区分身份入口</a:t>
            </a:r>
          </a:p>
        </p:txBody>
      </p:sp>
    </p:spTree>
    <p:extLst>
      <p:ext uri="{BB962C8B-B14F-4D97-AF65-F5344CB8AC3E}">
        <p14:creationId xmlns:p14="http://schemas.microsoft.com/office/powerpoint/2010/main" val="100265038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ACDFB9-1970-4EE0-A34E-C631D834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A7480-03ED-4CDB-A1E2-DE54D3B2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NOT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E023E-A3FA-4D2E-837D-FED50765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这些能力不进入 V1 承诺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B6632-53E4-4391-B135-A475BA12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多端规划要讲清节奏，否则会直接拖垮第一版。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F4558-CA95-48E4-A1B7-D2058725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8C13B-2261-49DE-9A72-CA74434A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7276C-866B-4425-80A2-9224FB68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02C55-199F-4EFA-A314-F2296346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V1 同时上线小红书/抖音小程序消费端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088FE-74E2-448C-8231-4576F688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8E0F7-9D2B-4E8D-BEFD-56BF95ED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623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104FE-3AF1-4AF3-AC3F-2979B30B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V1 上线团长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14DC0-EDF9-44EF-9819-8291A87A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4DA4C-080E-41AE-93AB-BD6A4B9B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716A6-8DF0-4792-99CE-F86DAC24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71925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每个平台单独一套商品库、订单、售后和结算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C8EF5-AF1F-43CE-A38E-8970626A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3554B-2CED-4E95-B814-A49AD919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005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750B4-5B2E-451D-B50F-55E7107C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自动选货、自动上架、自动外部发布营销内容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6301F-0A0F-432C-A62F-AE04E6C9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0985E-F1FD-4777-AF2C-EF5D7FA2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EFF6FE-0043-4472-8AA8-FD41089D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0175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多级分销、保证金、未经支付核验的自动打款</a:t>
            </a:r>
          </a:p>
        </p:txBody>
      </p:sp>
    </p:spTree>
    <p:extLst>
      <p:ext uri="{BB962C8B-B14F-4D97-AF65-F5344CB8AC3E}">
        <p14:creationId xmlns:p14="http://schemas.microsoft.com/office/powerpoint/2010/main" val="116574750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D1AB96-C933-4332-B6D3-533073B2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4A238-3806-4739-A915-0DF47654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3C489-080A-45AA-AF3C-835E9F2A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路线先做交易闭环，再做选品中心、经营效率和多端承载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8AAE5-7181-4C3C-9E64-26003453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第一阶段证明私域社群能成交、能履约、能售后、能结算，再逐步放大经营效率和流量入口。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354EC-1CDF-4FED-814A-9F858B16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15516-4366-43DD-A761-3595B0B7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619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EEC7F-7325-4407-8637-CD608DFC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V0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52719-AE31-41A2-9C32-65AADF73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原型共识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F0274-847B-4B46-8853-AF675E1D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PPT、原型、蓝图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ADCF0-1378-42AD-9042-AF767549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1619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497E2-3463-47E1-B31F-A16EE228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02830-872B-4BAA-A805-C7D64A7A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交易闭环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17751-43E1-4A42-A7F8-C8578B83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建店、开团、订单、售后、收益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1A14E-2A05-4277-8093-E94B7BEA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1619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0B43D-8E2E-4FF9-A301-D2F79134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051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V2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DE1EA-1AA6-42FE-AE53-EB882EC0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242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选品中心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7D6E5-0B40-4D29-AB7F-8FD3982A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957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推荐供给包、预售、自提、到店服务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860C9-64A7-4AAD-BF29-667FE446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1619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9A11B-2422-46B6-B962-ED7340B0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V3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98839-F7B9-47F6-A62F-B14185A1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242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团长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898BB-6D94-4984-995B-6528AEDF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957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重度经营、数据、复购、素材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8339F-553B-49BF-B218-50FBA88F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0"/>
            <a:ext cx="1619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DD7F9-53D8-4114-9B87-0FDA15C3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V4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21FFB-DB2B-466E-9B1D-ACCA308A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多平台 C端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8DCC37-4CEB-4A12-BDCA-5A800353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微信/小红书/抖音小程序、商单扩展</a:t>
            </a:r>
          </a:p>
        </p:txBody>
      </p:sp>
    </p:spTree>
    <p:extLst>
      <p:ext uri="{BB962C8B-B14F-4D97-AF65-F5344CB8AC3E}">
        <p14:creationId xmlns:p14="http://schemas.microsoft.com/office/powerpoint/2010/main" val="187088924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E3C1B7-BFF9-4706-ACDD-2F447817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01E5F-D38C-442E-B30A-631C5B62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SUCCESS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823CE-F3C5-4478-94A9-C0E54FE7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用真实订单校验私域社群变现是否成立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DCD3C-5446-4D85-ADCF-0B925CED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指标重点看新手是否能开第一团、团长是否能持续成交、售后和收益是否可控。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CCEF0-5DF0-4223-8493-47D6B5AA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A9A94-7355-4D2B-8B2E-3C942282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1159F-1063-46A0-BF44-9FFB76ED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冷启动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15DB8-05E0-4A33-BD30-3FC7C73E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新手建店完成率、首单开团完成率、首单成交率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A17D5-E665-4B87-B47C-01503D8E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F7B8D-BE10-4110-8C70-EE65368E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通道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F2BE7-D4A0-47F5-8A1E-7DF5320C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身份入口切换完成率、团长开团完成率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EF7E7-13A4-4D45-BA82-6CF8F280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0216E-B2BC-43F8-B178-73AAB742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渠道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93BD8-4BB5-4E39-8EE5-CEFA2408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订单渠道来源完整率、跨端订单状态一致性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EB76C-AC03-46E5-AA68-B4903108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80BC7-59AB-42DB-9B37-D108E3E6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交易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0E13A-E79D-4115-8257-70080998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订单数、支付转化率、来源可追踪率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66937-7040-44C6-8289-CCAC35DE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DBA73-4F8E-47C9-9C68-6FF0F37F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91919"/>
                </a:solidFill>
                <a:latin typeface="Microsoft YaHei UI"/>
                <a:ea typeface="Microsoft YaHei UI"/>
                <a:cs typeface="Microsoft YaHei UI"/>
              </a:rPr>
              <a:t>售后/经营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83D1D-DAB1-4BD5-BA34-1437D92A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退款率、工单时长、团长留存、复购率</a:t>
            </a:r>
          </a:p>
        </p:txBody>
      </p:sp>
    </p:spTree>
    <p:extLst>
      <p:ext uri="{BB962C8B-B14F-4D97-AF65-F5344CB8AC3E}">
        <p14:creationId xmlns:p14="http://schemas.microsoft.com/office/powerpoint/2010/main" val="183575822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E1389-5856-4625-A567-AFDC10B4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DF2FC-924D-492C-89CF-CF808BE1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TEAM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8F8DB-33CF-4A41-BE70-1B1763B5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52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全员共识：和趣是私域社群变现平台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F1815-02B8-46BF-AC43-87B49F43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762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7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F7F7F7"/>
                </a:solidFill>
                <a:latin typeface="Microsoft YaHei UI"/>
                <a:ea typeface="Microsoft YaHei UI"/>
                <a:cs typeface="Microsoft YaHei UI"/>
              </a:rPr>
              <a:t>先帮助已有团长和新手群主完成建店、选品、开团、成交、履约、售后和收益结算；双通道、团长 App 和多平台小程序只是支撑业务放大的承载方式。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13765-E2B5-4E92-9BE9-DDE72F8A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E2457-A034-4641-B806-0F11760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不是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7F6C3-DFF4-4763-A655-E600CAC6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单点活动工具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F28EF-B0D6-4E71-BD32-A66D7964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FE2B0-21D4-4DD5-875D-AEF78864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9815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不是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C6365-6C6C-4784-8E2A-FAED25B6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3530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普通商城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2356D-12D3-48AE-A299-FB1CDD07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0125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9E636-8568-4DA9-BC66-79618205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815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而是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9B82A-8FF4-462D-B483-3E70136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530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交易闭环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17EC2-5BB3-41CF-8C5E-70CE4305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10125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18B23-7A73-4BE2-91CA-F59CC89C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815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385C"/>
                </a:solidFill>
                <a:latin typeface="Microsoft YaHei UI"/>
                <a:ea typeface="Microsoft YaHei UI"/>
                <a:cs typeface="Microsoft YaHei UI"/>
              </a:rPr>
              <a:t>先做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1AF98-3D07-4363-8B53-3B1F16D5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3530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B7280"/>
                </a:solidFill>
                <a:latin typeface="Microsoft YaHei UI"/>
                <a:ea typeface="Microsoft YaHei UI"/>
                <a:cs typeface="Microsoft YaHei UI"/>
              </a:rPr>
              <a:t>第一团成交</a:t>
            </a:r>
          </a:p>
        </p:txBody>
      </p:sp>
    </p:spTree>
    <p:extLst>
      <p:ext uri="{BB962C8B-B14F-4D97-AF65-F5344CB8AC3E}">
        <p14:creationId xmlns:p14="http://schemas.microsoft.com/office/powerpoint/2010/main" val="1364266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2026-05-27T05:44:06.7130000Z</dcterms:created>
  <dcterms:modified xsi:type="dcterms:W3CDTF">2026-05-27T05:44:06.7130000Z</dcterms:modified>
</coreProperties>
</file>