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d27fcdf8c94c6d" /><Relationship Type="http://schemas.openxmlformats.org/officeDocument/2006/relationships/extended-properties" Target="/docProps/app.xml" Id="Re5f39432bd074bb2" /><Relationship Type="http://schemas.openxmlformats.org/officeDocument/2006/relationships/officeDocument" Target="/ppt/presentation.xml" Id="R6b75ae9478eb43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800d44d5d6400d"/>
  </p:sldMasterIdLst>
  <p:notesMasterIdLst>
    <p:notesMasterId xmlns:r="http://schemas.openxmlformats.org/officeDocument/2006/relationships" r:id="R0d679eca3b774c94"/>
  </p:notesMasterIdLst>
  <p:sldIdLst>
    <p:sldId xmlns:r="http://schemas.openxmlformats.org/officeDocument/2006/relationships" id="256" r:id="R4f13da758547478a"/>
    <p:sldId xmlns:r="http://schemas.openxmlformats.org/officeDocument/2006/relationships" id="257" r:id="Rbb2d7f31509c471d"/>
    <p:sldId xmlns:r="http://schemas.openxmlformats.org/officeDocument/2006/relationships" id="258" r:id="R96e56eb860aa489f"/>
    <p:sldId xmlns:r="http://schemas.openxmlformats.org/officeDocument/2006/relationships" id="259" r:id="R7275fe298ecf45d5"/>
    <p:sldId xmlns:r="http://schemas.openxmlformats.org/officeDocument/2006/relationships" id="260" r:id="R004532ebc0dd4898"/>
    <p:sldId xmlns:r="http://schemas.openxmlformats.org/officeDocument/2006/relationships" id="261" r:id="R77f972d534384680"/>
    <p:sldId xmlns:r="http://schemas.openxmlformats.org/officeDocument/2006/relationships" id="262" r:id="R7e9a657ea8904d4c"/>
    <p:sldId xmlns:r="http://schemas.openxmlformats.org/officeDocument/2006/relationships" id="263" r:id="Rca321bd4728f4af2"/>
    <p:sldId xmlns:r="http://schemas.openxmlformats.org/officeDocument/2006/relationships" id="264" r:id="R9d42eebaf0bd4704"/>
    <p:sldId xmlns:r="http://schemas.openxmlformats.org/officeDocument/2006/relationships" id="265" r:id="R906dbf3043e047e2"/>
    <p:sldId xmlns:r="http://schemas.openxmlformats.org/officeDocument/2006/relationships" id="266" r:id="Rf5b6a0007281473c"/>
    <p:sldId xmlns:r="http://schemas.openxmlformats.org/officeDocument/2006/relationships" id="267" r:id="R13d1a6f18a074ead"/>
    <p:sldId xmlns:r="http://schemas.openxmlformats.org/officeDocument/2006/relationships" id="268" r:id="Rc633aa1a88dc40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800d44d5d6400d" /><Relationship Type="http://schemas.openxmlformats.org/officeDocument/2006/relationships/theme" Target="/ppt/theme/theme1.xml" Id="Rb66dd486fa324aff" /><Relationship Type="http://schemas.openxmlformats.org/officeDocument/2006/relationships/notesMaster" Target="/ppt/notesMasters/notesMaster1.xml" Id="R0d679eca3b774c94" /><Relationship Type="http://schemas.openxmlformats.org/officeDocument/2006/relationships/presProps" Target="/ppt/presProps.xml" Id="R684adf9d7bc74527" /><Relationship Type="http://schemas.openxmlformats.org/officeDocument/2006/relationships/viewProps" Target="/ppt/viewProps.xml" Id="R41707e5b41e546a6" /><Relationship Type="http://schemas.openxmlformats.org/officeDocument/2006/relationships/tableStyles" Target="/ppt/tableStyles.xml" Id="Rb5d62b5e87914d11" /><Relationship Type="http://schemas.openxmlformats.org/officeDocument/2006/relationships/slide" Target="/ppt/slides/slide1.xml" Id="R4f13da758547478a" /><Relationship Type="http://schemas.openxmlformats.org/officeDocument/2006/relationships/slide" Target="/ppt/slides/slide2.xml" Id="Rbb2d7f31509c471d" /><Relationship Type="http://schemas.openxmlformats.org/officeDocument/2006/relationships/slide" Target="/ppt/slides/slide3.xml" Id="R96e56eb860aa489f" /><Relationship Type="http://schemas.openxmlformats.org/officeDocument/2006/relationships/slide" Target="/ppt/slides/slide4.xml" Id="R7275fe298ecf45d5" /><Relationship Type="http://schemas.openxmlformats.org/officeDocument/2006/relationships/slide" Target="/ppt/slides/slide5.xml" Id="R004532ebc0dd4898" /><Relationship Type="http://schemas.openxmlformats.org/officeDocument/2006/relationships/slide" Target="/ppt/slides/slide6.xml" Id="R77f972d534384680" /><Relationship Type="http://schemas.openxmlformats.org/officeDocument/2006/relationships/slide" Target="/ppt/slides/slide7.xml" Id="R7e9a657ea8904d4c" /><Relationship Type="http://schemas.openxmlformats.org/officeDocument/2006/relationships/slide" Target="/ppt/slides/slide8.xml" Id="Rca321bd4728f4af2" /><Relationship Type="http://schemas.openxmlformats.org/officeDocument/2006/relationships/slide" Target="/ppt/slides/slide9.xml" Id="R9d42eebaf0bd4704" /><Relationship Type="http://schemas.openxmlformats.org/officeDocument/2006/relationships/slide" Target="/ppt/slides/slide10.xml" Id="R906dbf3043e047e2" /><Relationship Type="http://schemas.openxmlformats.org/officeDocument/2006/relationships/slide" Target="/ppt/slides/slide11.xml" Id="Rf5b6a0007281473c" /><Relationship Type="http://schemas.openxmlformats.org/officeDocument/2006/relationships/slide" Target="/ppt/slides/slide12.xml" Id="R13d1a6f18a074ead" /><Relationship Type="http://schemas.openxmlformats.org/officeDocument/2006/relationships/slide" Target="/ppt/slides/slide13.xml" Id="Rc633aa1a88dc40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575f2a1c79640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8245314a6e428e" /><Relationship Type="http://schemas.openxmlformats.org/officeDocument/2006/relationships/notesMaster" Target="/ppt/notesMasters/notesMaster1.xml" Id="R905646429b2b4d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f20e0664ea40bd" /><Relationship Type="http://schemas.openxmlformats.org/officeDocument/2006/relationships/notesMaster" Target="/ppt/notesMasters/notesMaster1.xml" Id="R647ca000b72542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f1af7e95b44131" /><Relationship Type="http://schemas.openxmlformats.org/officeDocument/2006/relationships/notesMaster" Target="/ppt/notesMasters/notesMaster1.xml" Id="Rc74c6bd375984b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b8c57aafb74354" /><Relationship Type="http://schemas.openxmlformats.org/officeDocument/2006/relationships/notesMaster" Target="/ppt/notesMasters/notesMaster1.xml" Id="R559ef7e9444b47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26c4335feb41da" /><Relationship Type="http://schemas.openxmlformats.org/officeDocument/2006/relationships/notesMaster" Target="/ppt/notesMasters/notesMaster1.xml" Id="R1b3e4df3881a48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a87c96842148cd" /><Relationship Type="http://schemas.openxmlformats.org/officeDocument/2006/relationships/notesMaster" Target="/ppt/notesMasters/notesMaster1.xml" Id="Ree40b49819484c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13eb6093a9411c" /><Relationship Type="http://schemas.openxmlformats.org/officeDocument/2006/relationships/notesMaster" Target="/ppt/notesMasters/notesMaster1.xml" Id="Ra6dc3165256d4f8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29ec2e488449d9" /><Relationship Type="http://schemas.openxmlformats.org/officeDocument/2006/relationships/notesMaster" Target="/ppt/notesMasters/notesMaster1.xml" Id="R4b63fc46b82b4a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806b1768ec475a" /><Relationship Type="http://schemas.openxmlformats.org/officeDocument/2006/relationships/notesMaster" Target="/ppt/notesMasters/notesMaster1.xml" Id="R12f859d106e24b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78c2b839adb47e6" /><Relationship Type="http://schemas.openxmlformats.org/officeDocument/2006/relationships/notesMaster" Target="/ppt/notesMasters/notesMaster1.xml" Id="R147a6485137b47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7568fbdde54541" /><Relationship Type="http://schemas.openxmlformats.org/officeDocument/2006/relationships/notesMaster" Target="/ppt/notesMasters/notesMaster1.xml" Id="R288ed2bfa4084dc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98ad7bcc86c4e28" /><Relationship Type="http://schemas.openxmlformats.org/officeDocument/2006/relationships/notesMaster" Target="/ppt/notesMasters/notesMaster1.xml" Id="R6e3c336a708f417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2f16382c7374ab8" /><Relationship Type="http://schemas.openxmlformats.org/officeDocument/2006/relationships/notesMaster" Target="/ppt/notesMasters/notesMaster1.xml" Id="R79542e93400840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65410dab384c5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89b08be4ac74b00" /><Relationship Type="http://schemas.openxmlformats.org/officeDocument/2006/relationships/slideLayout" Target="/ppt/slideLayouts/slideLayout2.xml" Id="Reba71389986c4a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a71389986c4a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6d66ee5c934cbe" /><Relationship Type="http://schemas.openxmlformats.org/officeDocument/2006/relationships/notesSlide" Target="/ppt/notesSlides/notesSlide1.xml" Id="R2fcda1f9358a40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3a2132796c4ba3" /><Relationship Type="http://schemas.openxmlformats.org/officeDocument/2006/relationships/notesSlide" Target="/ppt/notesSlides/notesSlide2.xml" Id="R2bf909452c8a43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1e346674c944e4" /><Relationship Type="http://schemas.openxmlformats.org/officeDocument/2006/relationships/notesSlide" Target="/ppt/notesSlides/notesSlide3.xml" Id="Rd7d6772baa534f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3b9976f7504ce7" /><Relationship Type="http://schemas.openxmlformats.org/officeDocument/2006/relationships/notesSlide" Target="/ppt/notesSlides/notesSlide4.xml" Id="R6f71d7cac2a64ef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89de177ca84d17" /><Relationship Type="http://schemas.openxmlformats.org/officeDocument/2006/relationships/notesSlide" Target="/ppt/notesSlides/notesSlide5.xml" Id="R79d71cd49bf248b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e8acbc3610492c" /><Relationship Type="http://schemas.openxmlformats.org/officeDocument/2006/relationships/notesSlide" Target="/ppt/notesSlides/notesSlide6.xml" Id="Rd5a8373d315743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cdd84fe79e4a64" /><Relationship Type="http://schemas.openxmlformats.org/officeDocument/2006/relationships/notesSlide" Target="/ppt/notesSlides/notesSlide7.xml" Id="Re2021b39262940a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2eca6c48814e6c" /><Relationship Type="http://schemas.openxmlformats.org/officeDocument/2006/relationships/notesSlide" Target="/ppt/notesSlides/notesSlide8.xml" Id="R1b6e069cc12241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78d665e2424984" /><Relationship Type="http://schemas.openxmlformats.org/officeDocument/2006/relationships/notesSlide" Target="/ppt/notesSlides/notesSlide9.xml" Id="R1b96680c6bcd46c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07a3e010a941be" /><Relationship Type="http://schemas.openxmlformats.org/officeDocument/2006/relationships/notesSlide" Target="/ppt/notesSlides/notesSlide10.xml" Id="Rfa8cf4ca33ef43f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329c1586dc48ff" /><Relationship Type="http://schemas.openxmlformats.org/officeDocument/2006/relationships/notesSlide" Target="/ppt/notesSlides/notesSlide11.xml" Id="Rda8a46fcc650478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733dee0ade4635" /><Relationship Type="http://schemas.openxmlformats.org/officeDocument/2006/relationships/notesSlide" Target="/ppt/notesSlides/notesSlide12.xml" Id="R37608251ceb14b0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b02186524c464e" /><Relationship Type="http://schemas.openxmlformats.org/officeDocument/2006/relationships/notesSlide" Target="/ppt/notesSlides/notesSlide13.xml" Id="R0635f1f66d9345e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9A7F75-F94A-46FD-9A2E-767F9582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9A48CD-872B-4C1E-9DAC-A1349E90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9240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3EADFB-DD30-4328-8C13-115E32CD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产品经理主讲版 · 2026.05.27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98197F-F923-4D54-B4E0-D382C16E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42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7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和趣社群店铺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4E344E-FD0A-4A6C-B6B0-0D3B22C6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9525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6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三场景私域变现产品路线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58A73E-8A30-481E-BA8B-32D78CD9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活动主验证 / 电商对照验证 / 本地服务受控补充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00BA1-C59B-400B-821E-14C091F0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C8F020-3D7D-490E-AE99-B72B9DCF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38675"/>
            <a:ext cx="933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社群类型建店  →  审核货盘  →  三场景成交  →  履约售后  →  一级收益结算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D02F32-4FE1-4255-AEF7-6D0D6F02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287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E61C57-F120-41AE-BAE0-CF4B94B2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67375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本次重点：产品功能主线、调研证据边界、首发优先级、迭代路线</a:t>
            </a:r>
          </a:p>
        </p:txBody>
      </p:sp>
    </p:spTree>
    <p:extLst>
      <p:ext uri="{BB962C8B-B14F-4D97-AF65-F5344CB8AC3E}">
        <p14:creationId xmlns:p14="http://schemas.microsoft.com/office/powerpoint/2010/main" val="13661748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C273F4-6858-404E-88E3-68EA1580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2E0489-BCC7-45CD-A1F4-2BE7F9A5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01 / 同步目标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6BFC98-7C26-4B76-9A4F-0529CC40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本次同步的是产品功能主线、首发优先级和迭代路线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8298C1-E125-454A-A1EC-61D99103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40C5A0-3810-4369-B3AE-8D4BC735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产品功能规划与迭代路线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8F3C9-6609-4C4A-9823-180B4428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763E7-5B38-4734-9ACF-9501A679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44005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2717C0-4051-4D18-BF82-F7E74A14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800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245F20-6723-4E41-8396-59BF79CE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57425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PM 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FDEE46-6DD1-4DAA-86E8-2422A5C4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3429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9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讲产品要解决什么，而不是讲开发怎么预研。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E7A1D6-0301-40B7-A96C-A81C1D5A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3D6D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0">
                <a:solidFill>
                  <a:srgbClr val="F3D6DA"/>
                </a:solidFill>
                <a:latin typeface="Microsoft YaHei UI"/>
                <a:ea typeface="Microsoft YaHei UI"/>
                <a:cs typeface="Microsoft YaHei UI"/>
              </a:rPr>
              <a:t>同步内容聚焦四件事：产品主线、场景优先级、首发功能、迭代判断。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EF1846-AC51-4FD7-B59C-C256814B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47875"/>
            <a:ext cx="4762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C8F983-FB09-470F-9F16-2DBF520C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09800"/>
            <a:ext cx="4419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产品主线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28B407-70F5-4588-A6A2-DFBC62C9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524125"/>
            <a:ext cx="4419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社群建店到一级收益结算的一条闭环。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CE55E9-0F79-429D-AEA1-51952D03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019425"/>
            <a:ext cx="4762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D26682-AF8F-408B-A559-B8AC9EAD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81350"/>
            <a:ext cx="4419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首发优先级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6C1825-21EC-4D9F-863F-9855D0DC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495675"/>
            <a:ext cx="4419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活动主验证，电商对照，本地服务受控补充。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861F91-0771-4B63-87DC-9F9FF23F6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990975"/>
            <a:ext cx="4762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571BC4-A741-4785-B9E5-98DA3FDD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152900"/>
            <a:ext cx="4419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迭代逻辑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516F91-9FEB-4C18-B57B-C79D636F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467225"/>
            <a:ext cx="4419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先验证交易与售后，再增加经营效率工具。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B6104D-C98C-41CF-A949-7F9CE102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962525"/>
            <a:ext cx="4762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CAD2C4-99F3-4E4E-AE7F-0AE7E1A8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124450"/>
            <a:ext cx="4419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证据边界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9D5C6E-3D48-4B24-AC47-8C595731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438775"/>
            <a:ext cx="4419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小红书数据是需求线索，不是营收证明。</a:t>
            </a:r>
          </a:p>
        </p:txBody>
      </p:sp>
    </p:spTree>
    <p:extLst>
      <p:ext uri="{BB962C8B-B14F-4D97-AF65-F5344CB8AC3E}">
        <p14:creationId xmlns:p14="http://schemas.microsoft.com/office/powerpoint/2010/main" val="195134102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778DFA-5EA3-432F-A139-2AFE36F6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801AD-8F9E-44A4-8B2D-B406988C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02 / 业务基础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C2142C-130C-47A7-B1F5-DAB1DE4E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现有活动交易提供履约基础，但不能证明全部新场景成立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161BCC-1DC3-4096-8E07-533FFE03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F441C1-305E-4188-9C5C-438BE688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产品功能规划与迭代路线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40685-4B8D-4EF3-9940-58A115B9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FE54FC-D837-4B98-B4B5-A9B87DF8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879D55-C4C3-45B4-B98F-EEFD47DA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76475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活动场次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745ED3-B0D3-4EE8-84AD-6D87D607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2038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227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867D6-4DE0-41C3-A969-DD06B2DA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2038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2025.04.30-2026.05.19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DC0009-E026-4023-A14A-F2AC12FC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955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A74FBA-0201-4F46-8202-BC0CBF2D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76475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订单数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1D93D6-1184-487E-8491-0518C394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71750"/>
            <a:ext cx="2038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6,207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35621D-3FAB-4D42-A19D-5C544194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095625"/>
            <a:ext cx="2038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现有活动订单口径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B5C9C2-FAFB-415D-AA60-754E5838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0955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F3E345-6BB6-4A90-AF28-4D762A60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276475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退款订单比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11F3F1-3290-4C5F-887B-6F6BBB27F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038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28.3%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356A57-9EF0-417F-84E7-96EBBA0E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095625"/>
            <a:ext cx="2038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1,754 笔退款订单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7C5755-35B2-4404-8086-A2776AA2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95500"/>
            <a:ext cx="24574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83B6E6-AC16-4CAA-A162-1FA04788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76475"/>
            <a:ext cx="2114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实际收入字段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E478BE-1468-4060-895F-30A8BED2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7175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¥139,778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714DBC-FCB8-4C16-B1C3-363EF1D0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95625"/>
            <a:ext cx="2114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累计退款 ¥77,579.90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074F3F-13D9-4F01-AE27-BD1DB8A7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01727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A8BEC8-280D-4178-9BFE-F39C8C2D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产品判断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782E30-94C1-490A-A68F-740023D0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86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现有活动数据能证明活动交易、核销、退款和售后有真实基础；但没有团长来源、佣金、访问转化、成本和复购字段，不能直接证明帮卖 ROI、电商或本地服务已经成立。</a:t>
            </a:r>
          </a:p>
        </p:txBody>
      </p:sp>
    </p:spTree>
    <p:extLst>
      <p:ext uri="{BB962C8B-B14F-4D97-AF65-F5344CB8AC3E}">
        <p14:creationId xmlns:p14="http://schemas.microsoft.com/office/powerpoint/2010/main" val="62929894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289D20-2DAD-429E-A06F-7FF8A713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1D6C63-9245-4FBA-BAB6-91EFD33A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03 / 市场调研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0FD561-1115-4ED0-B224-BBF6CE62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小红书调研显示：活动和电商最值得先验证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F7D4D0-8C9B-4856-A550-EEF353CE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2870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100 篇详情、467 条首屏评论、10 个官方公开证据来源。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55DCB-F9BC-46E8-8E36-5A4D8413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EEFE6-03FA-43E7-B2EF-88DEB9C7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产品功能规划与迭代路线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6D68C-31F8-4655-8581-29C70F8F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C697BC-B18C-4A44-945C-992A8009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活动变现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241025-5E0C-4820-89D9-F3638524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24075"/>
            <a:ext cx="619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9A85E-B7F7-4295-B24A-8B607127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24075"/>
            <a:ext cx="5720667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8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8AF91-5E18-4A05-A261-14A7B142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764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106.3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978320-9B05-4817-86D5-8EAE7D0C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955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20 篇 / 99 评论 / 8 付费线索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D8C85A-D056-4FEF-AECC-58260945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431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425991-5077-435A-A8A5-8B905778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409825"/>
            <a:ext cx="59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主验证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2AB686-7944-4961-A251-97557708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电商变现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D91A92-4E9A-4C52-A830-8481DF47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790825"/>
            <a:ext cx="619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7077E1-1B52-435D-9D82-4ED871B1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790825"/>
            <a:ext cx="5553837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8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7F78C6-EF03-4F5B-B2AD-DB4AC0F0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4320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103.2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1ADC2F-7EF1-409E-AA50-214F4285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622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20 篇 / 146 评论 / 4 付费线索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D32AD8-FDBF-44B6-AEF7-FC9FCBBE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0990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8E7C53-F9FE-471A-8BF0-AA407DD4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76575"/>
            <a:ext cx="59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对照验证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9E0C23-E1D3-444B-A1E5-3AE8F4B9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知识/内容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6DE24E-CB1C-4017-BD8A-B2CDEC30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457575"/>
            <a:ext cx="619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539670-13BD-4683-A3BD-7D51275D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457575"/>
            <a:ext cx="4482894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E9CBD9-E472-4407-B685-FE2DDD9A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099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83.3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E4B00B-B904-4A6B-9B7C-37416BA3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20 篇 / 92 评论 / 3 付费线索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34EA93-671C-4F90-B33A-34D0865F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766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F1859E-E2A5-449B-8647-917EDE4C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743325"/>
            <a:ext cx="59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后置线索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E50B26-CD7F-4619-9EDB-C552D692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会员订阅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A88BA0-DAFE-49BB-B9D3-1865BEAD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124325"/>
            <a:ext cx="619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E8CA8F-E6E3-45AA-9519-6059C9272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124325"/>
            <a:ext cx="436449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15552E0-26DC-44E6-877A-438D3F67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7670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81.1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B9E22F-E259-41C0-B2D8-4C1405C8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957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20 篇 / 71 评论 / 5 付费线索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22B561-90CA-4CEE-A9A2-C5B76B08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34340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B915B3-56CD-479A-A757-CB6595A4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10075"/>
            <a:ext cx="59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经营能力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A41F5A-7406-4108-9F39-9AD1B585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本地服务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EEE10F-6400-411B-B61B-0515DF85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619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1FEFD0-3A67-4C56-B7DB-401B1684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3772519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43BEC3C-64C5-457A-97CB-BE32756E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7434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70.1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A93356D-8D19-48DF-9635-865F7264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7625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20 篇 / 59 评论 / 1 付费线索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F504AE3-94BA-4D4B-911B-5B59DB65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0101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2C53AC-9F92-4F54-A5E3-3D41D81B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076825"/>
            <a:ext cx="59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受控补充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580D5F-5699-416B-8BBF-E5099B65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48325"/>
            <a:ext cx="10001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FDD9575-36A8-472D-8112-0CFC91FE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721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结论：产品路线不改成五场景平台，而是用调研校准三场景验证顺序。</a:t>
            </a:r>
          </a:p>
        </p:txBody>
      </p:sp>
    </p:spTree>
    <p:extLst>
      <p:ext uri="{BB962C8B-B14F-4D97-AF65-F5344CB8AC3E}">
        <p14:creationId xmlns:p14="http://schemas.microsoft.com/office/powerpoint/2010/main" val="14404234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642CF4-C1E1-4844-99F6-7AD55E20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44F7E4-B666-4D39-8774-964FA3C8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04 / 证据边界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BD4F7F-8F65-4765-95AB-ADE3B398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调研证据边界：帖子和评论是线索，不是营收证明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01B10-F4B7-4CBB-A11E-08F996F6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F5462A-165D-44A6-998D-5D3D476B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产品功能规划与迭代路线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683ADC-7A8C-44E8-8971-6A49D400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B4242A-CAB5-402B-9FE2-42CE7696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76450"/>
            <a:ext cx="3333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C0D357-A1EE-4461-B3AF-192205CD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38375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小红书帖子/评论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A6A49E-DADA-4CA7-83D5-2F7FD5E0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29908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可以说明需求表达、痛点线索和场景热度；不能说明真实营收、市场规模、付费率、转化率或 ROI。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835CEA-18F8-4ECE-AC13-D5548BDF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76450"/>
            <a:ext cx="3333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F968EA-FC55-4FD4-9AAB-75FFD464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238375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官方竞品页面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24CCCA-6000-44E6-B21A-4333F78C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552700"/>
            <a:ext cx="29908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可以说明市场已有店铺、预约、会员、分销和经营数据能力教育；不能说明目标团长实际采用率。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230598-285B-4146-BDB1-77DF4ED8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76450"/>
            <a:ext cx="3333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15CE41-46CF-421F-9B79-727EA621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38375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和趣活动数据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74EA7C-C618-4970-9AD5-C1E4081D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52700"/>
            <a:ext cx="29908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可以说明活动交易有真实履约基础；不能说明帮卖、电商和服务场景已经完成验证。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A92E2E-8418-418E-8396-69112FE22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33875"/>
            <a:ext cx="111252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1D7363-935F-4D0E-9D38-795314D2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43425"/>
            <a:ext cx="904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rPr>
              <a:t>产品原则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B889E6-6A7D-4CDE-82A9-9449BDD9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971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证据支持优先级，真实交易验证商业成立。会员订阅与知识/内容服务只进入后续经营或行业扩展线索。</a:t>
            </a:r>
          </a:p>
        </p:txBody>
      </p:sp>
    </p:spTree>
    <p:extLst>
      <p:ext uri="{BB962C8B-B14F-4D97-AF65-F5344CB8AC3E}">
        <p14:creationId xmlns:p14="http://schemas.microsoft.com/office/powerpoint/2010/main" val="3555094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CCBB70-A781-469B-9BBC-2B34D561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5C57ED-CF64-4FDE-915C-7CD6624A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05 / 产品主线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DE9397-97FD-4678-9CCD-5B062042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产品主线：社群建店到一级收益结算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35ACC-9569-4964-B409-5E12728F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88E0AF-6F64-441D-80F1-4FD6388A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产品功能规划与迭代路线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CDA193-7412-42FF-AAB9-A2FBD8FE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6E4668-8FB3-4E1F-9A27-D63BD0FE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67000"/>
            <a:ext cx="16954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3C5E13-5B3D-4AB8-A126-2322875F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05125"/>
            <a:ext cx="4000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04C80D-CAF0-46A4-957C-74344908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A378B-1C5C-47D7-9BC3-0460877C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社群类型建店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7E7D5E-CBB1-485C-9EFA-A3BC411F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2099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89BE6D-DAEE-48AB-9433-A0EEFE73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667000"/>
            <a:ext cx="16954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2CBAEC-5288-4D2E-89CE-B60A7579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05125"/>
            <a:ext cx="4000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C914F2-E66F-47C5-94A3-52FFCE76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48F67-80D1-49A8-BC30-D35897AA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718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审核货盘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CBADA5-4221-47CA-9FDB-A70A03C5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099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9E7146-B928-4F56-AF06-C393E7B0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667000"/>
            <a:ext cx="16954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F9B459-5D55-478C-BBB0-E98679D6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905125"/>
            <a:ext cx="4000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015FB0-B818-4EFC-A847-2630D209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3F8382-8D44-45FD-8CF0-D6CE4A28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718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三场景成交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98061D-E69F-4F2E-8AD9-11FE02D5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099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29C13-DB4A-4887-9366-EB060701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67000"/>
            <a:ext cx="16954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67F1FE-A58A-42D9-83E9-CFAB74C7D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05125"/>
            <a:ext cx="4000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056616-F346-4250-9FC7-7771FDF8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C1297A-B1FA-46AB-8BD8-6834DB7A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3718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履约售后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B23A2C-A75A-45A9-B581-0DE30F5B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099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B438E4-A850-4162-8B6F-D29F922B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67000"/>
            <a:ext cx="16954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BC44AE-0F19-4DEE-894E-930F5AA6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905125"/>
            <a:ext cx="4000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BCE1E6-74A8-4877-B8F6-D0B06C15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F8F859-C1B7-4BFB-AF7F-693B0A5D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一级收益结算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8A8DE8-BCDF-421F-B382-A71DD4EB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10648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FACE5B-7255-49FB-8914-B9B80501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57775"/>
            <a:ext cx="971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首发不是功能堆叠，而是把建店、货盘、成交、履约、售后和收益连成可验证闭环。</a:t>
            </a:r>
          </a:p>
        </p:txBody>
      </p:sp>
    </p:spTree>
    <p:extLst>
      <p:ext uri="{BB962C8B-B14F-4D97-AF65-F5344CB8AC3E}">
        <p14:creationId xmlns:p14="http://schemas.microsoft.com/office/powerpoint/2010/main" val="10690192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282943-5B43-4353-99E5-45D15099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413C1-3C48-4CCF-A54D-C9AE71F4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06 / 社群模板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48E2E-4CCE-45A4-B0B9-C1415BD8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团长先获得适配社群类型的主页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A1097-D084-47F2-B8E9-564C121D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0D247E-0ED0-4F16-90BF-AFF465CA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产品功能规划与迭代路线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900F92-F35D-4FDC-8B5D-47F0C0BE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8F7C1D-E37F-427E-B593-5A2DB3F1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050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模板逻辑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86365-F457-4FA9-B878-68C46525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519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主类型决定首页结构，兴趣标签影响推荐货架；首发只辅助选择，不自动上架和自动营销。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FF8C9-463D-4A88-BDF2-DEA9B994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572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7CD308-4EF4-4DB4-9EB9-5CF53E08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422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社群主类型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A81B3E-89FE-49CC-BAD5-F32DA111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亲子家庭、青年兴趣、创业交流、社区生活等。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1A09C1-779D-4F67-A464-CEB6C663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29100"/>
            <a:ext cx="4572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1D5EF2-6021-4128-932F-D2DAFAE3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91025"/>
            <a:ext cx="422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兴趣标签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37F4C7-EFA4-4E60-91E4-7959A0C14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运动体验、亲子配套、城市生活等，用于筛选货盘和素材提示。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71BA31-0F2F-418F-93E1-CCFAEA75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33550"/>
            <a:ext cx="2343150" cy="40957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BC8DCC-90FD-4377-8459-A9ECB4D6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809750"/>
            <a:ext cx="2190750" cy="39433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8A4A88-1FF6-4CC1-A329-8FBD615F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876425"/>
            <a:ext cx="6858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DD28C9-0360-410F-B6B1-3F4B623B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162175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和趣社群店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B0A11C-BD39-416F-8C27-53E5D9D8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52700"/>
            <a:ext cx="7239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BBA240-4911-4B19-B2E3-68D0466A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619375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青年兴趣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415038-6767-4444-A34F-4581894A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9085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本周推荐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558366-1B12-47F4-ACD8-67FA638A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09950"/>
            <a:ext cx="1733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64528B-E819-4354-B308-9968B66E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533775"/>
            <a:ext cx="135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活动 · 周末攀岩体验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3C4DC6-569D-46F0-904A-24318E7F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33800"/>
            <a:ext cx="76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6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已审核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6BD7D9-B179-45F7-8B7E-9D3F9693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38600"/>
            <a:ext cx="1733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9DD2EB-A18D-48DA-A56C-39F93257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162425"/>
            <a:ext cx="135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电商 · 城市咖啡权益券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EFAA10-CEC8-4A2D-A9D0-953EEBA6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62450"/>
            <a:ext cx="76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6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已审核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661A14-41F3-4D96-BD46-C4F4A69A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667250"/>
            <a:ext cx="1733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9056DD-B73C-4C96-814A-961F903A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791075"/>
            <a:ext cx="135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服务 · 摄影预约体验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020424-A05D-4D82-B789-20A13BD0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91100"/>
            <a:ext cx="76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6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已审核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55B8D2-3D51-4F90-BF77-2298E43A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981700"/>
            <a:ext cx="12192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5B305A-058D-42D3-BA25-C81CBC40E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6048375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可编辑界面示意</a:t>
            </a:r>
          </a:p>
        </p:txBody>
      </p:sp>
    </p:spTree>
    <p:extLst>
      <p:ext uri="{BB962C8B-B14F-4D97-AF65-F5344CB8AC3E}">
        <p14:creationId xmlns:p14="http://schemas.microsoft.com/office/powerpoint/2010/main" val="10744175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84C0BF-F496-4516-94A7-B7DB325E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5EE67C-C424-4271-9373-D842A568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07 / 首发策略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AA680-C8C2-43B7-8750-FCF83E755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三场景首发策略：活动主验证，电商对照，本地服务受控补充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31375-3975-4493-9CBD-2BF051ED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FD7B14-4D53-486A-834A-6C5F9D39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产品功能规划与迭代路线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0AC6E3-D29C-4FE3-9303-E6BB4054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4DB105-FC7C-4707-8761-D3D62F48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328612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02911E-D187-4DC9-9801-186F3F2C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52675"/>
            <a:ext cx="29432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活动变现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24F05C-9943-49BA-B34C-95CA1E28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29432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主验证场景。优先做标准票务/体验，验证社群触达到报名核销的闭环。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E218C5-C1C8-4189-BAF7-BE16970D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0000"/>
            <a:ext cx="11239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EEEE10-354D-41D2-9F6B-FF31544A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76675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方向分 106.3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072B6A-2DAE-4AB5-9A76-AA8D1A83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328612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DB0067-60EB-429D-9C34-D6E7811E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52675"/>
            <a:ext cx="29432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电商变现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15A816-9347-48CF-B4EE-BF591AA1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67000"/>
            <a:ext cx="29432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对照验证场景。支持物流、自提、虚拟权益，验证商品履约和售后复杂度。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7FFEA3-890F-4F93-87B6-6DD48DB3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11239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DD120D-3817-4BE4-8753-2304E189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76675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方向分 103.2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4CBC22-9B4B-4134-AF95-74736741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28612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3092A3-AB0B-4988-80A9-43EC3F58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52675"/>
            <a:ext cx="29432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本地服务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62879C-5E86-4662-A302-76AFB6B9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67000"/>
            <a:ext cx="29432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受控补充场景。只做到店预约核销，避免上门与高责任服务风险。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5D3A61-299E-4C53-8429-87EE9B73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810000"/>
            <a:ext cx="1066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13C129-B574-4906-B812-85D0019E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76675"/>
            <a:ext cx="83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方向分 70.1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56F092-E1D6-453E-9159-2A6FBE90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971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会员订阅和知识/内容服务只作为后续经营能力或行业扩展线索，不进入首发三交易场景。</a:t>
            </a:r>
          </a:p>
        </p:txBody>
      </p:sp>
    </p:spTree>
    <p:extLst>
      <p:ext uri="{BB962C8B-B14F-4D97-AF65-F5344CB8AC3E}">
        <p14:creationId xmlns:p14="http://schemas.microsoft.com/office/powerpoint/2010/main" val="91140323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082CB9-2ADF-463C-8664-12BA76D5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095702-3A42-41F8-934C-567000C7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08 / 活动功能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F7F308-EFDD-4C76-AF00-BF9E5E0A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活动变现首发功能：场次、票种、报名、核销、退改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73B8A-B5D6-4192-B012-22C870E8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0BC7A-A27A-43F1-B199-92479912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产品功能规划与迭代路线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E7496-DE9C-4D3A-8225-031178C6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686F9-3C92-4640-8F4B-9C01F143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2DD95E-0C26-4451-B838-51D0A4C7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57425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活动发布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940649-7C1F-44E4-BB82-87397F43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2990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类型、地点、主办/履约方、时间、退改规则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F22F1F-87AF-4A02-9B90-6D641F9A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9550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8B24C6-9BB4-489B-9D05-1D2FFD55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57425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场次票种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7D15EB-1271-4164-9BF2-51597EFC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71750"/>
            <a:ext cx="2990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多场次、票种、名额、价格、适用人群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2D1DC-2533-4AD1-9E19-B93F8101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9550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CC7077-EA54-4DC6-B8AA-DDB6479B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57425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报名支付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80F57D-4B73-4478-85F3-833CADC0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71750"/>
            <a:ext cx="2990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报名、支付、来源归因、订单状态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F08EAC-2C68-45AD-9102-465FABF9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9ED12A-B859-442B-BB5E-A706A7CC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38550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核销售后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21BBD7-F439-4A65-AD81-7908BD12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52875"/>
            <a:ext cx="2990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现场核销、取消退款、投诉工单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189767-8AF1-44F8-BBB4-A181C834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476625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D2B838-009B-4F47-A111-1548A550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38550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经营复盘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F9AA87-E322-46B4-9236-F4330D67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52875"/>
            <a:ext cx="2990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成交、退款、来源团长、售后成本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EDBC0D-860B-4C86-9BFC-5CA8C317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00650"/>
            <a:ext cx="10572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EB4DA7-A8DD-488C-A955-E944AF55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活动优先，因为它同时拥有现有业务基础和小红书调研中最多的付费线索。</a:t>
            </a:r>
          </a:p>
        </p:txBody>
      </p:sp>
    </p:spTree>
    <p:extLst>
      <p:ext uri="{BB962C8B-B14F-4D97-AF65-F5344CB8AC3E}">
        <p14:creationId xmlns:p14="http://schemas.microsoft.com/office/powerpoint/2010/main" val="206422325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A3FAF6-517C-4622-9C1E-12850412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9CC507-6966-451F-A59B-B63F5F62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09 / 电商功能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FBCDDD-D27C-4647-8F1D-A3EC9B5B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电商变现首发功能：物流、自提、虚拟权益三种履约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10D29A-84E0-466B-A4A2-B003EA2A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14A44-0675-4F0D-AD18-B1A4D979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产品功能规划与迭代路线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F74F99-36D4-4B43-BA2D-E01B439F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B627F8-E33E-4657-AFE0-687A9160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86000"/>
            <a:ext cx="904875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ECFE2B-EB30-4D34-8B05-54CEB790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676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LOGISTICS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F14F6F-F61C-4D10-842E-8E91EA2C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314575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物流商品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FF6549-FBB1-4E60-A949-A426E276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43125"/>
            <a:ext cx="152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793EF5-6620-4F1F-BF1A-7B7EEFFB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241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规格/库存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7FB964-5CD6-424E-B2ED-B9DCCAE6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9552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0B646E-E4A6-4A8E-B19E-209D4692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143125"/>
            <a:ext cx="152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513D27-8257-4E12-80FE-0E5C5030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3241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发货物流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BC8D99-1E1C-4F14-B827-E7974177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29552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2AA93F-532A-4DEF-9335-B8D24018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43125"/>
            <a:ext cx="152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06F742-E478-4D36-9698-3CD80D2D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241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退货退款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8A2D11-F716-4946-B5E0-7A955BC1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09950"/>
            <a:ext cx="904875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D6F172-D37D-4CE7-B08C-5DA2F35F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676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PICKUP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928A8A-A922-4529-AA73-CB2659DD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438525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自提商品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D6E382-401C-4465-8F92-818C1925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67075"/>
            <a:ext cx="152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5655DA-6C99-44BE-9CD6-01BCDF681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4480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库存锁定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9822C1-F2AB-4E00-8A2F-39CB88A8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1947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EE6BD6-DDC0-4AFD-80ED-2E339990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267075"/>
            <a:ext cx="152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9F4894-0998-48E5-BA64-E5388B43D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4480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提货核销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3707BA-691D-4973-87DB-001FCE15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1947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82396E-773C-4595-8554-81D5F84F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67075"/>
            <a:ext cx="152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5F1400-391B-45E2-BC17-2A558990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4480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未提货退款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E79E92-1A24-4175-BD26-30CD6151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33900"/>
            <a:ext cx="904875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AD203A-B811-47A0-B393-66F041F1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676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VOUCHER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02FF4E-5721-48E8-8F1B-0CC1C80F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562475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虚拟权益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7BECE9-BB62-4384-BB23-955AF540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91025"/>
            <a:ext cx="152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8B7254-AE68-44CB-9CE0-B106B957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5720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权益发放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C1A80E-4E8F-4E93-8406-03674AF1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54342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374871-D0B4-414E-BAE6-C202ED7B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391025"/>
            <a:ext cx="152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32F60F-985E-40CE-A11F-D4A0EC95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5720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到店核销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287F74-CA8E-4940-9139-A7585F43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54342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8B99E6-A702-4FC9-B255-9649E40C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91025"/>
            <a:ext cx="152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2659DA-DC4A-4695-B7A9-A7C7A9EA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5720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未使用退款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13F324-B81C-49FD-81C5-FD9E3407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53100"/>
            <a:ext cx="933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电商作为对照验证，重点看成交效率是否能覆盖履约、库存和退换货复杂度。</a:t>
            </a:r>
          </a:p>
        </p:txBody>
      </p:sp>
    </p:spTree>
    <p:extLst>
      <p:ext uri="{BB962C8B-B14F-4D97-AF65-F5344CB8AC3E}">
        <p14:creationId xmlns:p14="http://schemas.microsoft.com/office/powerpoint/2010/main" val="108473653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E390D9-F4F6-4F6D-BC39-F8C92D08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5DAB69-1FBF-40AB-88DF-2ED29304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10 / 服务功能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90CE5-DE74-44D6-9E62-79766189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本地服务首发功能：到店预约核销，不开放高风险服务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BC01C-3A28-4675-A37C-8D5E905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945B4F-D909-4609-B45C-39576E4A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产品功能规划与迭代路线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278524-F096-4E55-8E74-34CC23FE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2644D4-056D-4E3B-BAF5-66D5B939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314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8F84F0-F7C2-4E85-BDE8-C6DF6762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57425"/>
            <a:ext cx="2971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服务上架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F67048-5211-4DEE-8F17-23305ADD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2971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门店、服务规格、可预约时段、服务方、取消规则。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C3DE10-13BC-48A1-B34A-C797187E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95500"/>
            <a:ext cx="3314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436D6-0836-41C4-9E6C-84133925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57425"/>
            <a:ext cx="2971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预约下单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53ED27-085A-4831-8AC9-73023FC3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71750"/>
            <a:ext cx="2971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消费者选择时段并支付，订单记录服务方与推荐来源。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6B740-67CC-43F4-9CC8-B6CF4DF9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95500"/>
            <a:ext cx="3314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EAF10E-FD7F-4FF1-B2DB-5E00EA79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57425"/>
            <a:ext cx="2971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到店核销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FF99CD-5B59-42AE-A746-CBD9FB03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71750"/>
            <a:ext cx="2971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服务完成后核销，保留核销凭证和售后入口。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471CB4-BECF-4329-958A-E8C0891D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3314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E1F571-67CC-45F9-8539-B0CD0B78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81425"/>
            <a:ext cx="2971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取消投诉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C64749-86AF-4D59-BB7F-89735E32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2971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支持取消、改期、未服务退款和投诉工单。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1D12CC-F234-40E7-86C9-118C7923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314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7A47FC-9BE5-4795-BC82-7439159F8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81425"/>
            <a:ext cx="2971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风险控制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D9D3B3-2F8F-46A3-9522-E13115B5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971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不开放上门、医疗美容、强效果承诺或安全责任高的服务。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5C65E9-1C1E-4A63-B102-73CC0191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19500"/>
            <a:ext cx="33147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9DBA91-61E5-4043-9955-F7560EE4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29050"/>
            <a:ext cx="83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rPr>
              <a:t>产品判断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15B9D8-C88B-4CB7-8800-A6575E8F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71950"/>
            <a:ext cx="2724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方向分较低，所以只做受控补充，不把它升级成主攻场景。</a:t>
            </a:r>
          </a:p>
        </p:txBody>
      </p:sp>
    </p:spTree>
    <p:extLst>
      <p:ext uri="{BB962C8B-B14F-4D97-AF65-F5344CB8AC3E}">
        <p14:creationId xmlns:p14="http://schemas.microsoft.com/office/powerpoint/2010/main" val="138945608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51DC62-4460-4E2A-B5D3-B0C2ECA3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514EBC-FC52-4DC5-999E-FD8C1862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11 / 增长收益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EE060F-FDFD-48E2-AFE3-E0A027DC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增长与收益功能：优惠券、固定佣金、加价帮卖、退款回退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D7E1CC-5CD1-4603-81A2-B87FF6F9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6A5F6-0E4E-4B33-A17A-79E67280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产品功能规划与迭代路线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5DD3F6-C8F5-4FB1-8F71-BA1403DF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764AC-BDC7-4CA8-BF0E-ED4FB577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76450"/>
            <a:ext cx="3333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6222FA-30FC-47B0-B918-3CEFADD5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38375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专属分享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6CFA7-5BB7-43F5-B5E3-78DFA8E3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店铺、单品和优惠券入口记录唯一直接推广团长。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FC1CB-D7DB-4BC6-8A82-3D01A81B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76450"/>
            <a:ext cx="3333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793A9C-45F3-41F2-B668-D0D58AA6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238375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固定佣金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803AB2-8E96-4BB5-9916-1DE9CCA9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552700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发布方设置固定佣金，消费者价格一致。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300272-A1F4-495F-94FD-C3EC5978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76450"/>
            <a:ext cx="3333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7F58F4-9BF4-47E7-A1A2-90BF1ED8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38375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加价帮卖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168651-AB71-4CB5-9282-28A51818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52700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发布方设底价，推广团长设置终端售价。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A84A9-A6B1-41C0-87B0-99B54E8F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00450"/>
            <a:ext cx="3333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51B648-277D-437A-89C0-E613CDFD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62375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优惠券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7E4003-D6E5-4858-82DA-9EF6C280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76700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推广方发券优先从推广收益承担，不能侵蚀发布方底价。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E10734-BFA7-4ACD-9A23-A96CA130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00450"/>
            <a:ext cx="3333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98D2CC-F562-4598-9EB8-20752F1F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762375"/>
            <a:ext cx="2990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退款回退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C97077-127D-4A4F-AB47-CA832670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76700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全额退款全链取消，部分退款按比例冲回收益与优惠。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B0A76C-E621-47F4-B319-230EDDD9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00450"/>
            <a:ext cx="3333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19C3A4-BE0E-4EFB-9652-09D34875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8290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rPr>
              <a:t>自动结算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990657-D5AE-451D-BC9F-64C3A050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62425"/>
            <a:ext cx="2762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先作为目标能力，支付与退款回退未核验前不承诺真实打款。</a:t>
            </a:r>
          </a:p>
        </p:txBody>
      </p:sp>
    </p:spTree>
    <p:extLst>
      <p:ext uri="{BB962C8B-B14F-4D97-AF65-F5344CB8AC3E}">
        <p14:creationId xmlns:p14="http://schemas.microsoft.com/office/powerpoint/2010/main" val="86369337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5C2743-C97F-4758-B5EB-DD96AB60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28823F-5BE5-4A7A-9FD1-D685DB58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12 / 迭代路线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EAAD1-CEB8-44A7-91B4-6F4A01DE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产品迭代路线：交易闭环 -&gt; 数据验证 -&gt; 经营效率 -&gt; 扩品类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41141F-818D-4CA6-9C29-877099A6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9D148-A2F3-44E1-9BE1-06BC18FC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产品功能规划与迭代路线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99C178-B307-4624-BB74-6CDE54A9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633DFD-08F0-4B87-9967-8AEE6CCA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2495550" cy="26479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04ABAA-58E4-4ED7-90B3-64938048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685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AAD553-A2D6-4A0E-95B8-9B7E3B8E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阶段 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FF35F-D187-44AB-8C26-2AE751F9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首发交易闭环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03B223-BA66-4588-9B19-A3A81D09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建店、货盘、活动主验证、电商对照、服务补充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2CB2B3-DEFD-47AB-B876-4FAA3C30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主线可演示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442D24-FF16-4DC1-8443-923A0A3D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40042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6C9C41-F235-418A-A751-84DDFF59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238375"/>
            <a:ext cx="2495550" cy="26479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842285-6C40-4F6A-985B-5408A3A1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76500"/>
            <a:ext cx="685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2E88D8-BFCB-418A-8223-84853399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431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阶段 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852DAA-5078-46A5-9779-FAC90B57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289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场景验证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424BC8-4363-43D7-9EC2-57E04C94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71875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真实订单、来源归因、优惠券、一级收益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3F02E3-F059-4CAA-A312-CCA1CE0A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29125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售后可闭环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032549-2169-4AD4-BE6C-249F28E0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40042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F4F54F-8A3F-46D0-83CE-AEDF4A08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38375"/>
            <a:ext cx="2495550" cy="26479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EFC304-2F18-49E5-BB7F-21AE9D6B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685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81F55-3C0A-4B09-95F1-9DA97A1C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431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阶段 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A846F3-D4C0-4CA9-8FCA-F39FB0CE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289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经营效率增强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89690C-8176-4230-8F59-597F98D1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71875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店铺数据、复购触达、素材提示、风险暂停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21F988-4416-47A6-9456-65329983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29125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复购与成本可控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737C1E-43FD-43E2-A971-771CDEA4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40042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2584DF-E163-4115-9F7E-27C9517F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38375"/>
            <a:ext cx="2495550" cy="26479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7EFACC-EF0A-4F01-9026-16C07DCC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76500"/>
            <a:ext cx="685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F9F525-C141-4F34-A5AB-ABAE81C5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5431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阶段 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3F3DF7-9A40-46CB-AC7F-D34A754F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289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扩展判断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5BCA0D-177C-40CC-BA89-B11C2F50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71875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AI 话术、群接龙、会员、内容或更多品类另案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A1B396-0D04-4210-8B94-878C1989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29125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有明确数据收益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6C381C-D333-4B5F-BA26-5399FCC0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14950"/>
            <a:ext cx="10810875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2B7E5F-619B-47D2-9959-1E4EA1FC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81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判断原则：每次迭代必须提升成交、复购或风控质量，不能只增加履约复杂度。</a:t>
            </a:r>
          </a:p>
        </p:txBody>
      </p:sp>
    </p:spTree>
    <p:extLst>
      <p:ext uri="{BB962C8B-B14F-4D97-AF65-F5344CB8AC3E}">
        <p14:creationId xmlns:p14="http://schemas.microsoft.com/office/powerpoint/2010/main" val="898124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2026-05-27T02:57:45.1240000Z</dcterms:created>
  <dcterms:modified xsi:type="dcterms:W3CDTF">2026-05-27T02:57:45.1240000Z</dcterms:modified>
</coreProperties>
</file>