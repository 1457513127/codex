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6bf95509f9d4a09" /><Relationship Type="http://schemas.openxmlformats.org/officeDocument/2006/relationships/extended-properties" Target="/docProps/app.xml" Id="R63e7f138888148aa" /><Relationship Type="http://schemas.openxmlformats.org/officeDocument/2006/relationships/officeDocument" Target="/ppt/presentation.xml" Id="R810640649bd94c2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5b20bcd6df34501"/>
  </p:sldMasterIdLst>
  <p:notesMasterIdLst>
    <p:notesMasterId xmlns:r="http://schemas.openxmlformats.org/officeDocument/2006/relationships" r:id="R249c9737c4d44ee3"/>
  </p:notesMasterIdLst>
  <p:sldIdLst>
    <p:sldId xmlns:r="http://schemas.openxmlformats.org/officeDocument/2006/relationships" id="256" r:id="R73c81fb752bb4b96"/>
    <p:sldId xmlns:r="http://schemas.openxmlformats.org/officeDocument/2006/relationships" id="257" r:id="R2e8c77bbb3844b55"/>
    <p:sldId xmlns:r="http://schemas.openxmlformats.org/officeDocument/2006/relationships" id="258" r:id="Rc625b850be5d44c6"/>
    <p:sldId xmlns:r="http://schemas.openxmlformats.org/officeDocument/2006/relationships" id="259" r:id="R74b64dbc08c84e38"/>
    <p:sldId xmlns:r="http://schemas.openxmlformats.org/officeDocument/2006/relationships" id="260" r:id="Rb0278f52d8114c22"/>
    <p:sldId xmlns:r="http://schemas.openxmlformats.org/officeDocument/2006/relationships" id="261" r:id="R8fbdcbd3a86645f3"/>
    <p:sldId xmlns:r="http://schemas.openxmlformats.org/officeDocument/2006/relationships" id="262" r:id="Rad4aafe93b514e04"/>
    <p:sldId xmlns:r="http://schemas.openxmlformats.org/officeDocument/2006/relationships" id="263" r:id="R4784182af8cc4dea"/>
    <p:sldId xmlns:r="http://schemas.openxmlformats.org/officeDocument/2006/relationships" id="264" r:id="R1a837b46ecd04a45"/>
    <p:sldId xmlns:r="http://schemas.openxmlformats.org/officeDocument/2006/relationships" id="265" r:id="R7c5678b74fc8446e"/>
    <p:sldId xmlns:r="http://schemas.openxmlformats.org/officeDocument/2006/relationships" id="266" r:id="R1eb38273aeea456f"/>
    <p:sldId xmlns:r="http://schemas.openxmlformats.org/officeDocument/2006/relationships" id="267" r:id="R7db481684ee64eb6"/>
    <p:sldId xmlns:r="http://schemas.openxmlformats.org/officeDocument/2006/relationships" id="268" r:id="R000c08b16d114cfe"/>
    <p:sldId xmlns:r="http://schemas.openxmlformats.org/officeDocument/2006/relationships" id="269" r:id="Rba0f95d47d584a04"/>
    <p:sldId xmlns:r="http://schemas.openxmlformats.org/officeDocument/2006/relationships" id="270" r:id="R62c4d0655e314b79"/>
    <p:sldId xmlns:r="http://schemas.openxmlformats.org/officeDocument/2006/relationships" id="271" r:id="R820e40aa70414b62"/>
    <p:sldId xmlns:r="http://schemas.openxmlformats.org/officeDocument/2006/relationships" id="272" r:id="Re3604e28f787443c"/>
    <p:sldId xmlns:r="http://schemas.openxmlformats.org/officeDocument/2006/relationships" id="273" r:id="R90c000da001b45b8"/>
    <p:sldId xmlns:r="http://schemas.openxmlformats.org/officeDocument/2006/relationships" id="274" r:id="R510f6d1c757d49cb"/>
    <p:sldId xmlns:r="http://schemas.openxmlformats.org/officeDocument/2006/relationships" id="275" r:id="R45ae714f53ac4e72"/>
    <p:sldId xmlns:r="http://schemas.openxmlformats.org/officeDocument/2006/relationships" id="276" r:id="Reb36dfe8c5df4758"/>
    <p:sldId xmlns:r="http://schemas.openxmlformats.org/officeDocument/2006/relationships" id="277" r:id="Re7690d9c1e694041"/>
    <p:sldId xmlns:r="http://schemas.openxmlformats.org/officeDocument/2006/relationships" id="278" r:id="R5dc5c018044441db"/>
    <p:sldId xmlns:r="http://schemas.openxmlformats.org/officeDocument/2006/relationships" id="279" r:id="R8d4e25e2f6d34413"/>
    <p:sldId xmlns:r="http://schemas.openxmlformats.org/officeDocument/2006/relationships" id="280" r:id="R9e1efb448da247d2"/>
    <p:sldId xmlns:r="http://schemas.openxmlformats.org/officeDocument/2006/relationships" id="281" r:id="R22730056cc144de1"/>
    <p:sldId xmlns:r="http://schemas.openxmlformats.org/officeDocument/2006/relationships" id="282" r:id="R524cb48e64714b9d"/>
    <p:sldId xmlns:r="http://schemas.openxmlformats.org/officeDocument/2006/relationships" id="283" r:id="R7a18acba0e51421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b20bcd6df34501" /><Relationship Type="http://schemas.openxmlformats.org/officeDocument/2006/relationships/theme" Target="/ppt/theme/theme1.xml" Id="R6792b1b3f2444dbb" /><Relationship Type="http://schemas.openxmlformats.org/officeDocument/2006/relationships/notesMaster" Target="/ppt/notesMasters/notesMaster1.xml" Id="R249c9737c4d44ee3" /><Relationship Type="http://schemas.openxmlformats.org/officeDocument/2006/relationships/presProps" Target="/ppt/presProps.xml" Id="R4197546432c94615" /><Relationship Type="http://schemas.openxmlformats.org/officeDocument/2006/relationships/viewProps" Target="/ppt/viewProps.xml" Id="Rf5cb46400d6a4df7" /><Relationship Type="http://schemas.openxmlformats.org/officeDocument/2006/relationships/tableStyles" Target="/ppt/tableStyles.xml" Id="R612341931cb84ed2" /><Relationship Type="http://schemas.openxmlformats.org/officeDocument/2006/relationships/slide" Target="/ppt/slides/slide1.xml" Id="R73c81fb752bb4b96" /><Relationship Type="http://schemas.openxmlformats.org/officeDocument/2006/relationships/slide" Target="/ppt/slides/slide2.xml" Id="R2e8c77bbb3844b55" /><Relationship Type="http://schemas.openxmlformats.org/officeDocument/2006/relationships/slide" Target="/ppt/slides/slide3.xml" Id="Rc625b850be5d44c6" /><Relationship Type="http://schemas.openxmlformats.org/officeDocument/2006/relationships/slide" Target="/ppt/slides/slide4.xml" Id="R74b64dbc08c84e38" /><Relationship Type="http://schemas.openxmlformats.org/officeDocument/2006/relationships/slide" Target="/ppt/slides/slide5.xml" Id="Rb0278f52d8114c22" /><Relationship Type="http://schemas.openxmlformats.org/officeDocument/2006/relationships/slide" Target="/ppt/slides/slide6.xml" Id="R8fbdcbd3a86645f3" /><Relationship Type="http://schemas.openxmlformats.org/officeDocument/2006/relationships/slide" Target="/ppt/slides/slide7.xml" Id="Rad4aafe93b514e04" /><Relationship Type="http://schemas.openxmlformats.org/officeDocument/2006/relationships/slide" Target="/ppt/slides/slide8.xml" Id="R4784182af8cc4dea" /><Relationship Type="http://schemas.openxmlformats.org/officeDocument/2006/relationships/slide" Target="/ppt/slides/slide9.xml" Id="R1a837b46ecd04a45" /><Relationship Type="http://schemas.openxmlformats.org/officeDocument/2006/relationships/slide" Target="/ppt/slides/slide10.xml" Id="R7c5678b74fc8446e" /><Relationship Type="http://schemas.openxmlformats.org/officeDocument/2006/relationships/slide" Target="/ppt/slides/slide11.xml" Id="R1eb38273aeea456f" /><Relationship Type="http://schemas.openxmlformats.org/officeDocument/2006/relationships/slide" Target="/ppt/slides/slide12.xml" Id="R7db481684ee64eb6" /><Relationship Type="http://schemas.openxmlformats.org/officeDocument/2006/relationships/slide" Target="/ppt/slides/slide13.xml" Id="R000c08b16d114cfe" /><Relationship Type="http://schemas.openxmlformats.org/officeDocument/2006/relationships/slide" Target="/ppt/slides/slide14.xml" Id="Rba0f95d47d584a04" /><Relationship Type="http://schemas.openxmlformats.org/officeDocument/2006/relationships/slide" Target="/ppt/slides/slide15.xml" Id="R62c4d0655e314b79" /><Relationship Type="http://schemas.openxmlformats.org/officeDocument/2006/relationships/slide" Target="/ppt/slides/slide16.xml" Id="R820e40aa70414b62" /><Relationship Type="http://schemas.openxmlformats.org/officeDocument/2006/relationships/slide" Target="/ppt/slides/slide17.xml" Id="Re3604e28f787443c" /><Relationship Type="http://schemas.openxmlformats.org/officeDocument/2006/relationships/slide" Target="/ppt/slides/slide18.xml" Id="R90c000da001b45b8" /><Relationship Type="http://schemas.openxmlformats.org/officeDocument/2006/relationships/slide" Target="/ppt/slides/slide19.xml" Id="R510f6d1c757d49cb" /><Relationship Type="http://schemas.openxmlformats.org/officeDocument/2006/relationships/slide" Target="/ppt/slides/slide20.xml" Id="R45ae714f53ac4e72" /><Relationship Type="http://schemas.openxmlformats.org/officeDocument/2006/relationships/slide" Target="/ppt/slides/slide21.xml" Id="Reb36dfe8c5df4758" /><Relationship Type="http://schemas.openxmlformats.org/officeDocument/2006/relationships/slide" Target="/ppt/slides/slide22.xml" Id="Re7690d9c1e694041" /><Relationship Type="http://schemas.openxmlformats.org/officeDocument/2006/relationships/slide" Target="/ppt/slides/slide23.xml" Id="R5dc5c018044441db" /><Relationship Type="http://schemas.openxmlformats.org/officeDocument/2006/relationships/slide" Target="/ppt/slides/slide24.xml" Id="R8d4e25e2f6d34413" /><Relationship Type="http://schemas.openxmlformats.org/officeDocument/2006/relationships/slide" Target="/ppt/slides/slide25.xml" Id="R9e1efb448da247d2" /><Relationship Type="http://schemas.openxmlformats.org/officeDocument/2006/relationships/slide" Target="/ppt/slides/slide26.xml" Id="R22730056cc144de1" /><Relationship Type="http://schemas.openxmlformats.org/officeDocument/2006/relationships/slide" Target="/ppt/slides/slide27.xml" Id="R524cb48e64714b9d" /><Relationship Type="http://schemas.openxmlformats.org/officeDocument/2006/relationships/slide" Target="/ppt/slides/slide28.xml" Id="R7a18acba0e51421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7062f8f26c74b6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f635290d611471b" /><Relationship Type="http://schemas.openxmlformats.org/officeDocument/2006/relationships/notesMaster" Target="/ppt/notesMasters/notesMaster1.xml" Id="R6bc3c57e47ce4bd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c66ddd307064adf" /><Relationship Type="http://schemas.openxmlformats.org/officeDocument/2006/relationships/notesMaster" Target="/ppt/notesMasters/notesMaster1.xml" Id="R4a4369ca1dd1477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d24cb6f38974d09" /><Relationship Type="http://schemas.openxmlformats.org/officeDocument/2006/relationships/notesMaster" Target="/ppt/notesMasters/notesMaster1.xml" Id="Rb03b21525774474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01e4cf8e5f74a06" /><Relationship Type="http://schemas.openxmlformats.org/officeDocument/2006/relationships/notesMaster" Target="/ppt/notesMasters/notesMaster1.xml" Id="Rc8902a9352d1450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fef8b1f232d4ba2" /><Relationship Type="http://schemas.openxmlformats.org/officeDocument/2006/relationships/notesMaster" Target="/ppt/notesMasters/notesMaster1.xml" Id="R72fd54d00a5a405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2201c075127459d" /><Relationship Type="http://schemas.openxmlformats.org/officeDocument/2006/relationships/notesMaster" Target="/ppt/notesMasters/notesMaster1.xml" Id="R7ccee2b185a84ce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0a5127f849d45f0" /><Relationship Type="http://schemas.openxmlformats.org/officeDocument/2006/relationships/notesMaster" Target="/ppt/notesMasters/notesMaster1.xml" Id="R500306979cfd4b6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d236df4898c4b69" /><Relationship Type="http://schemas.openxmlformats.org/officeDocument/2006/relationships/notesMaster" Target="/ppt/notesMasters/notesMaster1.xml" Id="R5e83d24e1a55442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7609f98540b4f5b" /><Relationship Type="http://schemas.openxmlformats.org/officeDocument/2006/relationships/notesMaster" Target="/ppt/notesMasters/notesMaster1.xml" Id="Ra74a8377ce3f4da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a632396a023480e" /><Relationship Type="http://schemas.openxmlformats.org/officeDocument/2006/relationships/notesMaster" Target="/ppt/notesMasters/notesMaster1.xml" Id="Rcca43925ec58483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b8b5ba49c874838" /><Relationship Type="http://schemas.openxmlformats.org/officeDocument/2006/relationships/notesMaster" Target="/ppt/notesMasters/notesMaster1.xml" Id="Rccddb9ce3eb6471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4b3b039bec74237" /><Relationship Type="http://schemas.openxmlformats.org/officeDocument/2006/relationships/notesMaster" Target="/ppt/notesMasters/notesMaster1.xml" Id="Rff6cd3cceaed47b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66f84824dab4fdc" /><Relationship Type="http://schemas.openxmlformats.org/officeDocument/2006/relationships/notesMaster" Target="/ppt/notesMasters/notesMaster1.xml" Id="Rfe8394ec196b48c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5bb005c30684efc" /><Relationship Type="http://schemas.openxmlformats.org/officeDocument/2006/relationships/notesMaster" Target="/ppt/notesMasters/notesMaster1.xml" Id="R820218dd864f4cb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22825fee1bb49c4" /><Relationship Type="http://schemas.openxmlformats.org/officeDocument/2006/relationships/notesMaster" Target="/ppt/notesMasters/notesMaster1.xml" Id="R7ace930eb5ef456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55dd4284a2e4d78" /><Relationship Type="http://schemas.openxmlformats.org/officeDocument/2006/relationships/notesMaster" Target="/ppt/notesMasters/notesMaster1.xml" Id="R37888643ab1e49d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abe2d230e8b4449" /><Relationship Type="http://schemas.openxmlformats.org/officeDocument/2006/relationships/notesMaster" Target="/ppt/notesMasters/notesMaster1.xml" Id="R4f3474f5bf1f4fc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8fc560a135245ae" /><Relationship Type="http://schemas.openxmlformats.org/officeDocument/2006/relationships/notesMaster" Target="/ppt/notesMasters/notesMaster1.xml" Id="R56c7d57e28a8411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d1a1ef77fa54898" /><Relationship Type="http://schemas.openxmlformats.org/officeDocument/2006/relationships/notesMaster" Target="/ppt/notesMasters/notesMaster1.xml" Id="R19546a13f20b4eb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19c09b04e054504" /><Relationship Type="http://schemas.openxmlformats.org/officeDocument/2006/relationships/notesMaster" Target="/ppt/notesMasters/notesMaster1.xml" Id="R4a90300b4a9b4cd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2a2111377204988" /><Relationship Type="http://schemas.openxmlformats.org/officeDocument/2006/relationships/notesMaster" Target="/ppt/notesMasters/notesMaster1.xml" Id="R7fa8eb04dc79467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a62d4255fd843e2" /><Relationship Type="http://schemas.openxmlformats.org/officeDocument/2006/relationships/notesMaster" Target="/ppt/notesMasters/notesMaster1.xml" Id="Rf9dfae5014544d2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afb1df79fcd4236" /><Relationship Type="http://schemas.openxmlformats.org/officeDocument/2006/relationships/notesMaster" Target="/ppt/notesMasters/notesMaster1.xml" Id="R10f72a086bc64ab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c242e40dd9c48d0" /><Relationship Type="http://schemas.openxmlformats.org/officeDocument/2006/relationships/notesMaster" Target="/ppt/notesMasters/notesMaster1.xml" Id="R71b8defdf0cb45a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6128e62925d4b2a" /><Relationship Type="http://schemas.openxmlformats.org/officeDocument/2006/relationships/notesMaster" Target="/ppt/notesMasters/notesMaster1.xml" Id="Rff9a7bafa5fb4d5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7bd989f17945411e" /><Relationship Type="http://schemas.openxmlformats.org/officeDocument/2006/relationships/notesMaster" Target="/ppt/notesMasters/notesMaster1.xml" Id="R986f1d69097647a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b7164749c4f449a" /><Relationship Type="http://schemas.openxmlformats.org/officeDocument/2006/relationships/notesMaster" Target="/ppt/notesMasters/notesMaster1.xml" Id="R1c39f6f5a22347e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094a95fb7084096" /><Relationship Type="http://schemas.openxmlformats.org/officeDocument/2006/relationships/notesMaster" Target="/ppt/notesMasters/notesMaster1.xml" Id="Reae332ee8c984de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8a764108f742b8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213eee071ba741c2" /><Relationship Type="http://schemas.openxmlformats.org/officeDocument/2006/relationships/slideLayout" Target="/ppt/slideLayouts/slideLayout2.xml" Id="Rd73aff78da5e447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73aff78da5e447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73a85c5a1764c86" /><Relationship Type="http://schemas.openxmlformats.org/officeDocument/2006/relationships/notesSlide" Target="/ppt/notesSlides/notesSlide1.xml" Id="Rdafd28b55ae048d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2b67ca677244cd" /><Relationship Type="http://schemas.openxmlformats.org/officeDocument/2006/relationships/notesSlide" Target="/ppt/notesSlides/notesSlide2.xml" Id="R750e886f6302434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c08504b30b54b86" /><Relationship Type="http://schemas.openxmlformats.org/officeDocument/2006/relationships/notesSlide" Target="/ppt/notesSlides/notesSlide3.xml" Id="R064559ea2b144ff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e951061dcf413e" /><Relationship Type="http://schemas.openxmlformats.org/officeDocument/2006/relationships/notesSlide" Target="/ppt/notesSlides/notesSlide4.xml" Id="Re8c3c38b105d4dc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c3a65cf2eeb4beb" /><Relationship Type="http://schemas.openxmlformats.org/officeDocument/2006/relationships/notesSlide" Target="/ppt/notesSlides/notesSlide5.xml" Id="Rb2e8815122ec466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4129a39429494a" /><Relationship Type="http://schemas.openxmlformats.org/officeDocument/2006/relationships/notesSlide" Target="/ppt/notesSlides/notesSlide6.xml" Id="R152659edbe75498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20ae2f4d194c66" /><Relationship Type="http://schemas.openxmlformats.org/officeDocument/2006/relationships/notesSlide" Target="/ppt/notesSlides/notesSlide7.xml" Id="R2d48436c37624f0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b887b90ba34088" /><Relationship Type="http://schemas.openxmlformats.org/officeDocument/2006/relationships/notesSlide" Target="/ppt/notesSlides/notesSlide8.xml" Id="R7c53ce4544ce441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77b171ba094492b" /><Relationship Type="http://schemas.openxmlformats.org/officeDocument/2006/relationships/notesSlide" Target="/ppt/notesSlides/notesSlide9.xml" Id="R9c3281d87489438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2ce621d1c04be0" /><Relationship Type="http://schemas.openxmlformats.org/officeDocument/2006/relationships/notesSlide" Target="/ppt/notesSlides/notesSlide10.xml" Id="R6cdd311fdc27426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1cca52ecaf4a97" /><Relationship Type="http://schemas.openxmlformats.org/officeDocument/2006/relationships/notesSlide" Target="/ppt/notesSlides/notesSlide11.xml" Id="Rd3454b271e7c4af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ab5522cabc40ed" /><Relationship Type="http://schemas.openxmlformats.org/officeDocument/2006/relationships/notesSlide" Target="/ppt/notesSlides/notesSlide12.xml" Id="R5d18c40b11cf4d1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da4124191f4b64" /><Relationship Type="http://schemas.openxmlformats.org/officeDocument/2006/relationships/notesSlide" Target="/ppt/notesSlides/notesSlide13.xml" Id="R88ab5a44c32749f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b778a4b0114b54" /><Relationship Type="http://schemas.openxmlformats.org/officeDocument/2006/relationships/notesSlide" Target="/ppt/notesSlides/notesSlide14.xml" Id="R44e35b416b65488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3425683b8a4a6a" /><Relationship Type="http://schemas.openxmlformats.org/officeDocument/2006/relationships/notesSlide" Target="/ppt/notesSlides/notesSlide15.xml" Id="R4183ad47b2cc440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a4e711d5004d34" /><Relationship Type="http://schemas.openxmlformats.org/officeDocument/2006/relationships/notesSlide" Target="/ppt/notesSlides/notesSlide16.xml" Id="Rd68293dc6f4847b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1accbf3dd84fd2" /><Relationship Type="http://schemas.openxmlformats.org/officeDocument/2006/relationships/notesSlide" Target="/ppt/notesSlides/notesSlide17.xml" Id="R3fc9b4659853454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6a60a14c524c45" /><Relationship Type="http://schemas.openxmlformats.org/officeDocument/2006/relationships/notesSlide" Target="/ppt/notesSlides/notesSlide18.xml" Id="Rb66b14b5d6a945d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5db8425b00f46ef" /><Relationship Type="http://schemas.openxmlformats.org/officeDocument/2006/relationships/notesSlide" Target="/ppt/notesSlides/notesSlide19.xml" Id="Re1129a59b200496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5ed1f4282740e2" /><Relationship Type="http://schemas.openxmlformats.org/officeDocument/2006/relationships/notesSlide" Target="/ppt/notesSlides/notesSlide20.xml" Id="Rb8ad5dc2952045e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b9d512b7214a96" /><Relationship Type="http://schemas.openxmlformats.org/officeDocument/2006/relationships/notesSlide" Target="/ppt/notesSlides/notesSlide21.xml" Id="Rf51600887e32496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ef570c23db4156" /><Relationship Type="http://schemas.openxmlformats.org/officeDocument/2006/relationships/notesSlide" Target="/ppt/notesSlides/notesSlide22.xml" Id="R478c0925067c413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1f153899194cf3" /><Relationship Type="http://schemas.openxmlformats.org/officeDocument/2006/relationships/notesSlide" Target="/ppt/notesSlides/notesSlide23.xml" Id="R7a979f52d3d245f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fd3da9edd024763" /><Relationship Type="http://schemas.openxmlformats.org/officeDocument/2006/relationships/notesSlide" Target="/ppt/notesSlides/notesSlide24.xml" Id="R043cd2ebe1e94c1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cfd2b0635648e2" /><Relationship Type="http://schemas.openxmlformats.org/officeDocument/2006/relationships/notesSlide" Target="/ppt/notesSlides/notesSlide25.xml" Id="R6095ae678cc54cb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32f31c43eb14e3d" /><Relationship Type="http://schemas.openxmlformats.org/officeDocument/2006/relationships/notesSlide" Target="/ppt/notesSlides/notesSlide26.xml" Id="R7e73ca5577704f3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2c2e0a931845dc" /><Relationship Type="http://schemas.openxmlformats.org/officeDocument/2006/relationships/notesSlide" Target="/ppt/notesSlides/notesSlide27.xml" Id="R25128a661fea474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b2984575c79446c" /><Relationship Type="http://schemas.openxmlformats.org/officeDocument/2006/relationships/notesSlide" Target="/ppt/notesSlides/notesSlide28.xml" Id="Re1a132c0bf2f4da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98E186-007F-41B7-9AF3-A37B0CE44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CB2394-74FB-4804-8CCA-6F208BF4C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85800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PROJECT THESIS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EED11A-3826-42FD-8C78-1DA58E214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38250"/>
            <a:ext cx="7429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33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和趣要做社群生意从 0 到 1、从 1 到 N 的变现平台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FC9A15-400E-4016-AD58-DD84B1874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7429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7F7F7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0">
                <a:solidFill>
                  <a:srgbClr val="F7F7F7"/>
                </a:solidFill>
                <a:latin typeface="Microsoft YaHei UI"/>
                <a:ea typeface="Microsoft YaHei UI"/>
                <a:cs typeface="Microsoft YaHei UI"/>
              </a:rPr>
              <a:t>服务已有社群经营者，也服务零基础新手群主。用社群冷启动、商品库、开团发布、分销帮卖、订单履约和售后结算，跑通社群交易闭环。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281F3D-AFBD-4DE2-8B98-F7FFCFBF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22860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6D368D-44E2-4513-86B8-18C9D6194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81575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D17B5D-B623-427A-B0A0-6888B8E8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530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核心客户路径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836CAF-EF40-4586-8982-F3B5B5354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810125"/>
            <a:ext cx="22860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ED6512-D055-44B3-B28A-8F13AB25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981575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60F1BD-97FB-444B-B668-4DE2F7B7F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53530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开团类型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0DCDD6-4187-4725-95D5-D4BD51623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10125"/>
            <a:ext cx="22860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E4DD92-A976-4791-88BE-D0324EB2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981575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V2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CDBECD-A2AB-44A8-84A7-AB47B00AB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3530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选品中心放大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0291ED-EE64-41C5-93AB-E01865338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810125"/>
            <a:ext cx="22860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42E9B1-CF9E-4C7F-8A77-112B31955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981575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B92A39-9906-400B-9F68-57D9AB501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53530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一级分销边界</a:t>
            </a:r>
          </a:p>
        </p:txBody>
      </p:sp>
    </p:spTree>
    <p:extLst>
      <p:ext uri="{BB962C8B-B14F-4D97-AF65-F5344CB8AC3E}">
        <p14:creationId xmlns:p14="http://schemas.microsoft.com/office/powerpoint/2010/main" val="213880134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641EB7-2973-40D8-B95A-C070DE49C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E85367-A12F-4431-BAA5-24D57A15B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MEETING GOAL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9F400D-CC0A-47AD-92D2-C51BC037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38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这次同步产品定位、用户分层和迭代路线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BC75B7-5B4E-47A3-9877-1C4A11A50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重点不是增加一个功能点，而是把新手群主正式纳入核心客户，并明确 V1 不做公域起号、V2 再做选品中心。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BF3510-43CB-4E5B-8E90-451EC69D2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ABF4CF-BA1B-4FB6-B903-851E108A1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DAB91C-A39F-4305-9425-A2EF0F6B9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051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新增客户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0683B6-9715-4366-8717-A81E387A4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051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零基础或弱基础的新手群主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9C3A71-97E3-48A1-BD66-BC09ACBA6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9F3943-C95B-458D-A65A-4E4C595D8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起号定义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E03BC1-4887-499C-ABE0-2C098561F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33375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首阶段只做社群冷启动，不做公域账号代运营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0A9515-EB96-413A-96C7-5687CBE7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895B05-AE61-4907-AC34-06CC6D172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范围边界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4CA95F-5FB6-4A06-B9B5-307B6A032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624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本轮更新产品策划和 PPT，不改演示原型</a:t>
            </a:r>
          </a:p>
        </p:txBody>
      </p:sp>
    </p:spTree>
    <p:extLst>
      <p:ext uri="{BB962C8B-B14F-4D97-AF65-F5344CB8AC3E}">
        <p14:creationId xmlns:p14="http://schemas.microsoft.com/office/powerpoint/2010/main" val="54229039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10AECF-88B0-44E5-8E5C-3485A0F3E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DD20EA-5802-443B-8EAA-3ABB523DC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CATEGORY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74C17C-C005-4FA2-BBA1-5CA188D05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38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我们仍在私域电商、社群团购和本地生活交易交叉赛道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B81FE2-7DE0-4F56-B654-F5AB5E295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变化在于：和趣不只服务已经有群的人，也帮助想做社群生意的人迈出第一步。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B6BDA6-0FB6-4EC8-B9B5-5B19C6B7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EE8962-E47E-4B78-87A8-A46A0FDF0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3000375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9656C3-3C35-4232-918D-50D4808BF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4800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主赛道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3F8560-F251-4586-8DB7-5CA55522B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76625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私域电商 / 社群团购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1D05B9-F6C4-4E30-A6C0-D2405B7F9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38625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微信群、小程序、熟人信任交易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39918F-38F9-4566-BBBA-7FCCEAA65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809875"/>
            <a:ext cx="3000375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932214-5FA1-401E-B427-1EB567049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04800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延展赛道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7BA466-3F6A-4F83-84F7-77AF46DFB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476625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本地生活交易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87791A-4B2C-40AF-A79F-2B8CF7150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238625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活动报名、卡券核销、到店服务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96F332-9D6B-4AA4-8DAE-9BC4FD69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09875"/>
            <a:ext cx="3000375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0BDEEB-D4C8-4C7C-81DF-35822B36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04800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首期切口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86386A-BEB5-4C24-9675-D1175415B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476625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冷启动 + 低风险交易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48C3DE-A2C2-4515-8BE0-AF1610C6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38625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新手第一团和交易闭环</a:t>
            </a:r>
          </a:p>
        </p:txBody>
      </p:sp>
    </p:spTree>
    <p:extLst>
      <p:ext uri="{BB962C8B-B14F-4D97-AF65-F5344CB8AC3E}">
        <p14:creationId xmlns:p14="http://schemas.microsoft.com/office/powerpoint/2010/main" val="21803024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B7F8C8-8528-43A5-95F3-4D3E0ADEE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D06971-5BAD-4DFC-9227-E1783973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WHY NOW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BA407E-B5A1-45E2-B0C1-37479EA11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38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公域获客变贵后，新手和成熟团长都需要低成本经营路径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355941-17A9-439C-997A-0C5A9B006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已有团长需要效率，新手群主需要方法。和趣要把“怎么开始”和“怎么放大”放进同一套产品路线。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3368B0-7146-4769-9BD8-BF7D3E0E1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4DA1C8-94E7-42C7-A518-900FC92D1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933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3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7D98D7-0666-436C-AA5F-1C1DF789F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4320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C60852-D956-4E2A-A75D-BFAB72AD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733675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私域反复触达价值提升，但人工经营门槛高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164AAC-0DCE-43B3-A081-9BD301930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933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A1E858-6BB2-4927-918E-1DBA43E2C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62325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251CB8-8CFC-4501-9CF3-FAAF5F7D5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52800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微信小程序已是成熟社群交易入口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4C61E5-8ECA-48CC-9F25-AD4F2B958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933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2CEEA7-EC8D-4EC7-B2A0-4AEE8452E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8145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DC63FB-CBCE-4610-8211-CBA834384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971925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新手群主缺少方向、供给、首单和复盘路径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C5904E-A3EF-4F95-9CF4-E7B4DC26B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933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1D649D-0C68-43DF-8086-018BCF1D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00575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C0F5A4-5D04-4CD5-B396-BD15451F3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591050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本地活动、卡券和服务更依赖履约、核销和售后</a:t>
            </a:r>
          </a:p>
        </p:txBody>
      </p:sp>
    </p:spTree>
    <p:extLst>
      <p:ext uri="{BB962C8B-B14F-4D97-AF65-F5344CB8AC3E}">
        <p14:creationId xmlns:p14="http://schemas.microsoft.com/office/powerpoint/2010/main" val="108727983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8C87F1-9AC7-4AC8-A245-EE0FF0B8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ED386D-87F1-4837-8D6F-2FED0251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MARKET SIZE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62E21A-E698-457E-92D8-9D05FE4DF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38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TAM 证明方向足够大，SOM 要用真实冷启动和订单验证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C71FAD-2751-4231-A80A-3BB3FCCFE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市场空间页继续使用保守口径：大盘是机会，新手首单和团长复购才是和趣要验证的经营结果。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FA5D37-752C-4377-92DD-C99D2C265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40BD8F-2F6D-406D-B4D6-3D5F66A5D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81300"/>
            <a:ext cx="2333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C08C43-D79B-4F38-ADA2-164DAA1B7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52750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3万亿+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7AB751-9A2C-4A39-B003-4E7658F4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24225"/>
            <a:ext cx="1990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2025E 私域电商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9929EF-3135-4D68-8E21-B440A4D24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781300"/>
            <a:ext cx="2333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94F487-7622-4FB2-9AA1-1E35A217F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952750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9.50亿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CC6AEE-D05F-49BC-ABE4-EF492F6A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324225"/>
            <a:ext cx="1990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微信小程序流量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442E47-C67F-4265-BC48-719F4F00B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81300"/>
            <a:ext cx="2333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CCD3C5-11A6-4D0D-AF7E-A0FB264D4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952750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10.9万亿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BB024E-4553-4D8C-81ED-72DCC2B1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24225"/>
            <a:ext cx="1990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线上本地服务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2481E4-621B-47FA-B71B-F5C58AB50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781300"/>
            <a:ext cx="2333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B84FD1-B1FE-4298-8A38-E7CA9C67D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952750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SOM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BA5BC2-BDEF-48C0-9F77-CEFE80269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324225"/>
            <a:ext cx="1990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新手+团长真实订单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C38B3A-A0E5-4410-8B40-26D8152A7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10250"/>
            <a:ext cx="914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来源：艾瑞咨询、QuestMobile、艾瑞转引本地服务口径；仅用于方向判断，不代表已验证收入。</a:t>
            </a:r>
          </a:p>
        </p:txBody>
      </p:sp>
    </p:spTree>
    <p:extLst>
      <p:ext uri="{BB962C8B-B14F-4D97-AF65-F5344CB8AC3E}">
        <p14:creationId xmlns:p14="http://schemas.microsoft.com/office/powerpoint/2010/main" val="154354998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7FEFF6-3BE2-417E-AE6F-65BD0CA23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F22684-3A42-4931-9E8C-DE79F4365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USERS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8229D3-4840-45D9-BC88-FA5BFAF66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38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用户分成两条成长路径：已有经营者和新手起号群主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6B1FC8-355D-4D50-A30B-624367933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这让产品从交易工具升级为社群生意成长平台。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0A37DF-E60E-41A4-BC42-B3DE7544D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F8F1AD-B268-44C8-A7B9-B2ECAA387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193E61-013D-4B74-BC47-27BAC873D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051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已有社群经营者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4F572D-8E3E-40CB-B17E-79FD5D0D1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051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有群、有用户、有触达；要解决发品、履约、售后、分钱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0501C5-8277-4295-A162-421A7C6E1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FD6AEB-A3D2-4ADA-8AEF-CA1E6151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新手起号群主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5E53A4-70AC-426C-B521-1BA662DB2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33375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没有成熟社群或供给；要解决选方向、建群、选首批供给、首单转化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2E426E-6E6E-47E7-88BD-0549909CF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A62F34-20EF-412D-A745-F5E80C3EE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供给方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966F36-DE68-45AA-BE45-891E20162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624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提供活动、商品、卡券和到店服务，承担履约责任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52C436-3EFF-4355-8DEA-82549FF24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2552D5-FC7E-44CF-BB09-064BAC1F1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910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消费者/团员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ADBD68-F443-4346-8FE2-32628E025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59105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在熟人推荐下安全下单，需要订单可查和售后有入口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760EB9-3566-447A-93FA-2F91C7B7C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863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6B4DD0-CD39-4DF9-BDF4-3DCC7A734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197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平台运营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76984C-5A3D-49B9-95C8-7CE44DD2B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197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审核货盘、控制风险、监督工单和结算</a:t>
            </a:r>
          </a:p>
        </p:txBody>
      </p:sp>
    </p:spTree>
    <p:extLst>
      <p:ext uri="{BB962C8B-B14F-4D97-AF65-F5344CB8AC3E}">
        <p14:creationId xmlns:p14="http://schemas.microsoft.com/office/powerpoint/2010/main" val="158731712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4EE27A7-1E3C-4E7B-9523-28403DBB8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751286-E7F2-4A7F-AD7B-C0074F5AB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PAIN POINTS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00C12A-2C7A-4B57-97B5-CE9C28A6E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38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新手的痛点是不会开始，成熟团长的痛点是难以规模化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CDCA64-D8F9-4A44-A1B6-D3A62993F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同一套平台要同时回答“第一团怎么开”和“持续经营怎么放大”。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CBE5ED-5D8D-4ADB-BB1D-4F201FF96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17CCA7-C593-4F4F-B9F3-47F868E31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3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C7A724-9CD7-49E6-B279-62A800E05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起号难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0DB3EC-2CEE-4ED5-B0EA-AD20FBA3E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不知道做什么社群、第一批人怎么来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5A2026-C152-438E-B541-2A73F8E40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6700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511E58-3331-4A4D-8CC8-4423CA01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7655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选品难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195720-39D8-41EC-B6BC-206B8ED65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2385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不知道第一团卖什么、履约风险多大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1C1445-8AAC-46CA-96A5-4902FB636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6700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87A5E4-A910-48B0-BE4A-9C9130A43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7655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首单难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5F8B61-02BC-4316-A15F-D9FBB63DE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2385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不会配置开团页和转化动作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8111B3-1071-426F-8158-23B0F81C9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9D2444-702E-4E6E-A9DD-977CBB3EC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0530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发品难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9D15C2-CB22-43D7-BF45-4BC1FE639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活动、商品、卡券、服务字段不同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DCA7EE-5AE7-4436-AB3C-8CB13355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9575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5754E5-E523-4FCC-A263-EB91EA162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30530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售后难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E5B20A-0309-4B77-ABC4-76C2E25F0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6672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问题发生后责任方和退款规则不清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61850D-E5F9-466A-97E8-3704C50BD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9575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6F01B7-E522-4778-AE91-47AEF46B8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30530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复购难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C1BCE5-613F-4080-8C36-004CA4F5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6672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数据沉没在聊天记录里</a:t>
            </a:r>
          </a:p>
        </p:txBody>
      </p:sp>
    </p:spTree>
    <p:extLst>
      <p:ext uri="{BB962C8B-B14F-4D97-AF65-F5344CB8AC3E}">
        <p14:creationId xmlns:p14="http://schemas.microsoft.com/office/powerpoint/2010/main" val="17165813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A85EED-46F8-4379-BC1D-E285BE4A2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3DF973-2B1B-4617-A3C0-44736D4E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PRODUCT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C3D31E-A235-42CC-8AEB-950FF476A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38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产品主线加入社群冷启动和选品中心放大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87014D-2C71-41EA-A250-1BF69853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这是新版本最重要的策划变化。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C02F15-4F69-4618-A599-6E81CB8D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EA94F6-4D49-491B-BF29-9DB7375DB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05125"/>
            <a:ext cx="1000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9375CB-AF26-4C57-B041-BD955F10E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76575"/>
            <a:ext cx="809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选择经营方向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E9EEC9-A0A7-4B8B-B594-52DAB8D00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114675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414874-63EB-4E4C-B281-4275C35FC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781425"/>
            <a:ext cx="1000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516017-23CA-4A8F-B199-C1A8C1A0B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952875"/>
            <a:ext cx="809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社群冷启动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AB4CD3-300A-4688-B0EA-E6CE1A6FD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3990975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412991-56C5-432C-9331-6D55F0CB8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905125"/>
            <a:ext cx="1000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46ED69-807D-4881-9E12-E8F7BFD4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076575"/>
            <a:ext cx="809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建店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41CC64-AFC5-4F8F-AAA3-755842D5B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114675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4EA73C-7110-4F6B-B7E5-9E31911CC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781425"/>
            <a:ext cx="1000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BA96E6-34DA-42CF-8D8C-128F2E07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952875"/>
            <a:ext cx="809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商品库/供给库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BAE1BF-5B43-416D-8386-FDC8D608C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990975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1AA8B8-22AE-4E28-B3D6-DD755D5E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905125"/>
            <a:ext cx="1000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5DE493-847F-4A2B-A837-087AE5DB9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076575"/>
            <a:ext cx="809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开团发布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CE84CC-6DF9-454C-857B-B43D21563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114675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E810F0-8429-492F-95FE-B6A72F1AA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81425"/>
            <a:ext cx="1000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A4283C-BEA7-4D0E-A103-4EB149CB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52875"/>
            <a:ext cx="809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分享成交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69E583-3B8A-46DD-8695-BE9D21208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990975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EDABA0-BC3E-4275-922D-617F33CE2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05125"/>
            <a:ext cx="1000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071A90-726B-4420-BA2C-D5E683B91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76575"/>
            <a:ext cx="809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履约售后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1FF42B-4FAC-43B3-820E-F5C26DFE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114675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620F0D-4323-4869-954C-5CF88B573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781425"/>
            <a:ext cx="1000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D7995E-3DA3-4378-A475-4C6B92FF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952875"/>
            <a:ext cx="809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收益结算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2BD2F1-C1EB-4AC7-AA46-ED384155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990975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8ECF25-ECFD-424F-8B6B-90513C5C2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905125"/>
            <a:ext cx="1000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9C6F38E-EBD7-4B1F-AB9F-600F338B6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076575"/>
            <a:ext cx="809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复购经营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EF0767-A236-461F-A639-C8C325E44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3114675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6AFAF58-B89D-461E-BF83-C89389DF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3781425"/>
            <a:ext cx="1000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740A6F3-8041-4F83-8574-1AE49DE1F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3952875"/>
            <a:ext cx="809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选品中心放大</a:t>
            </a:r>
          </a:p>
        </p:txBody>
      </p:sp>
    </p:spTree>
    <p:extLst>
      <p:ext uri="{BB962C8B-B14F-4D97-AF65-F5344CB8AC3E}">
        <p14:creationId xmlns:p14="http://schemas.microsoft.com/office/powerpoint/2010/main" val="137781115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861831-782E-4EBA-850B-C97625AE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C284EA-C690-44D3-9599-561256171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PRODUCT FORM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2FE415-7FB6-4A7B-805B-3FBEFEAAF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38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同一小程序承载新手店铺和成熟团长经营阵地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A89330-A719-461A-B462-DC1429222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新手看到任务路径，成熟团长看到经营工具；底层仍共用店铺、供给、订单、售后和账本。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E8C0BC-21C6-441C-A7AE-51F989CA4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9AF6FD-7489-4E1F-85FE-2773D1215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4572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29129D-AE32-44B3-8DB5-1750A5B82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62250"/>
            <a:ext cx="4572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F5431D-6D4E-41F2-9A12-F51C8A8D0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242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选择社群类型和兴趣标签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78A92C-5C48-4E12-94DD-33135C272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生成新手店铺模板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9BA9E2-BA42-4286-BEFA-B25AFA440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148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给出首单开团清单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E371BF-C859-4E60-A834-E75F3667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242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成熟团长配置货架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DAD074-140F-4931-9EB0-ED9C44443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6195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选卖成熟供给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CCDEE9-C8E8-477C-BCEC-195C3FE6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1148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查看订单、售后和收益</a:t>
            </a:r>
          </a:p>
        </p:txBody>
      </p:sp>
    </p:spTree>
    <p:extLst>
      <p:ext uri="{BB962C8B-B14F-4D97-AF65-F5344CB8AC3E}">
        <p14:creationId xmlns:p14="http://schemas.microsoft.com/office/powerpoint/2010/main" val="9193789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33AC8E-BDDE-40AA-926D-5C21132E5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FCF6E0-E656-49E6-8498-2EB210127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MODULE 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275D1B-39F0-4E30-BACC-328FA0F4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38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核心模块从交易闭环扩展到冷启动路径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91D22C-4C3F-4868-972D-8C7A4F1C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V1 只增加必要的新手引导，不把选品中心和 AI 工具提前塞进首发。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6FBA77-4838-4863-9078-273F505B0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9DC943-87E2-49A0-8118-8ED7870CB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3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94B2D3-39D4-4955-9790-3F0BF2DF3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社群冷启动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490CE1-0E89-47EB-A52F-28D7AF796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方向、模板、任务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112D49-0F7C-4384-A69B-1B2047C90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6700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4BAA74-6414-41A2-9C32-8D3A6B4FF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7655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社群与店铺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B1DD94-7D97-4F91-83D8-354A3EACD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2385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经营阵地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94AA25-2683-47C5-8C81-E96EDECE8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6700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F4F643-B875-482E-A84D-46DBAE45E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7655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商品库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18DDF0-D31C-4FA7-9420-E44F10ABB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2385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审核货盘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0093FA-118D-413F-BB39-562BB804C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3389D8-7F5C-4BF6-B242-50E03D6F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0530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开团发布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788F54-A580-4F2C-B016-6D52981EB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销售动作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7E5160-ED0B-49FE-B43A-29AA69872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9575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B8ACAC-9DF3-4E29-8918-854CBBA0F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30530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订单/售后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EF7AF0-FC7F-49FC-A714-01F30DAD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6672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履约可信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4468DE-FE35-4AA4-8FC3-42F71EAAD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9575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0C523F-DFA0-4C74-802D-2B78CD20C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30530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收益账本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F86A56-7BE9-4663-AC01-9281BBE81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6672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钱可解释</a:t>
            </a:r>
          </a:p>
        </p:txBody>
      </p:sp>
    </p:spTree>
    <p:extLst>
      <p:ext uri="{BB962C8B-B14F-4D97-AF65-F5344CB8AC3E}">
        <p14:creationId xmlns:p14="http://schemas.microsoft.com/office/powerpoint/2010/main" val="108897182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194048-C878-4486-A723-DF06BC90F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3C2B76-6F54-41F9-BC5F-D976519A7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SUPPLY LIBRARY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CEA2FA-DDF4-4E1D-9DD3-BF74B35D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38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V1 商品库是审核货盘，V2 才升级为选品中心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8DDF5A-3B11-4DBD-AD0C-DCD77107E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这个边界能避免首版变成重供给运营工程。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E9439C-3F24-4A6A-8BC2-1647938B3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2E93A4-AE8B-4080-BD1C-70D4A745B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9BDE8B-2FF6-4730-8D12-DB49BA1F9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051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V1 商品库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8FE49F-85E0-412D-8500-AA5226DDA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051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活动、实物、自提、卡券、到店服务的审核货盘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EF5DA8-A332-489C-B431-D4E891B9B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61025C-A5F1-4853-AFBD-D4C011778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人工推荐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3D396E-0FC3-43B8-A14D-58EA4A4FA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33375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按社群类型推荐首批可开团供给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41901B-59DF-4269-B66C-EA4F42379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8809B8-E882-42E1-882C-51E3F9DD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V2 选品中心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2E8956-39E1-4EE6-B450-26CF3D6AE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624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推荐供给包、成熟供给选卖、热卖榜、转化数据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7B7E7F-D2F2-4184-8496-22EF48D6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98C1AC-D795-4352-93F1-587B1BED1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910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后续增强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7DD2AA-5015-4C36-9A7C-8D714FF2E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59105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素材包、推荐理由、经营建议</a:t>
            </a:r>
          </a:p>
        </p:txBody>
      </p:sp>
    </p:spTree>
    <p:extLst>
      <p:ext uri="{BB962C8B-B14F-4D97-AF65-F5344CB8AC3E}">
        <p14:creationId xmlns:p14="http://schemas.microsoft.com/office/powerpoint/2010/main" val="212291314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68688F-D5CC-4369-9DE7-F66E400E2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B7B6B9-60FA-490C-885B-1E4495CBA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LAUNCH MODE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F71B60-105D-4796-ABC6-853A8C0FE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38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开团发布仍采用商品库 + 开团类型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8B75AE-1E5E-41EA-84F6-F184BDD2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新手不是面对空白长表单，而是从适合自己社群的供给和开团类型开始。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0F13FE-CCA4-4315-9AD5-891E8930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9E014A-1B0D-484B-B1B6-6FB17ABB5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0375"/>
            <a:ext cx="1619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125019-B097-48CF-A4E9-6FCF27EF3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1945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普通团购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49DC8A-5864-400B-BD9D-39F2CFF8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62375"/>
            <a:ext cx="1314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现货/标准供给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4ED8EC-9C23-49EC-8DAF-449B95E1D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000375"/>
            <a:ext cx="1619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8E38DC-EE5F-43D3-A8A0-486A183B6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21945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预售团购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8AE1EA-B77B-4DDE-BEA8-0960A120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762375"/>
            <a:ext cx="1314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先收单后履约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15D462-49C2-41A1-B0AB-27240832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00375"/>
            <a:ext cx="1619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862D54-FE34-441A-917C-1496B8112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21945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卡券团购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B2331E-9189-4085-A600-EABE3F793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762375"/>
            <a:ext cx="1314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券码/次卡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894CC6-008B-4B11-8173-FDD9F07B0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000375"/>
            <a:ext cx="1619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E19CD7-096C-4DED-A9B1-C09C390A0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21945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活动报名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8377A3-DE7C-434D-82AC-A8EA8D51C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762375"/>
            <a:ext cx="1314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场次/票种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CB9FD5-64C0-4C87-8EDF-754DC8593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00375"/>
            <a:ext cx="1619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35D933-A60E-418F-B027-13ADBA10C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1945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到店服务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7EBAB6-207B-4027-A1E6-6D80B25E6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762375"/>
            <a:ext cx="1314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预约核销</a:t>
            </a:r>
          </a:p>
        </p:txBody>
      </p:sp>
    </p:spTree>
    <p:extLst>
      <p:ext uri="{BB962C8B-B14F-4D97-AF65-F5344CB8AC3E}">
        <p14:creationId xmlns:p14="http://schemas.microsoft.com/office/powerpoint/2010/main" val="190576015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3B1719-6F14-4390-BD5B-0F9EC9A73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0D5D2-7F78-4243-A8D0-154E8156B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BEGINNER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3ABDB1-7E78-45BD-9D54-5FEBDFB69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38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新手冷启动的第一目标是开出第一团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079853-F393-402F-A9B9-A2F894DAD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首发只做社群冷启动，不做小红书、抖音、视频号公域起号工具。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03619C-3D94-4FAC-81F5-2B884DEA4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3C7718-BB0F-4179-AA9A-EDC4CAA79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4572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A081C4-0A4B-44E1-BD49-361AC45D8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62250"/>
            <a:ext cx="4572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D03FDB-6533-46BE-98A8-453093BAA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242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选方向：亲子/青年/创业/社区生活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C90F26-C975-4ACE-A854-ABD074B02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搭主页：模板、货架、信任信息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16B54C-50EE-4F99-A437-9968AEBD6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148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选首批供给：活动/普通团购/卡券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42AAA0-9FEA-4121-B4AA-9510565C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242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开第一团：标题、图、价、售后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BD6ADE-4BEF-49A3-ADEE-9B1B58F79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6195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邀请成员：分享入口和社群说明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27F94A-AF4D-41F4-AE79-8323CBED9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1148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做复盘：浏览、订单、退款、收益</a:t>
            </a:r>
          </a:p>
        </p:txBody>
      </p:sp>
    </p:spTree>
    <p:extLst>
      <p:ext uri="{BB962C8B-B14F-4D97-AF65-F5344CB8AC3E}">
        <p14:creationId xmlns:p14="http://schemas.microsoft.com/office/powerpoint/2010/main" val="29953209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33A910A-D093-4292-8D5D-23BD214F4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29273E-8534-43B0-BEE8-7433434D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ACTIVITY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D81918-49DD-4098-A241-3382CA7AE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38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活动变现仍是首期主验证场景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B6F446-5360-44FC-A594-854ECFF87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对新手来说，标准活动也是较容易完成第一团的供给形态。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62A0F0-3AFC-44DD-BAB5-15482BB50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CEF7F1-DAC0-46C8-8E07-F339121AF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4572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4A2BB5-31CA-4FEC-8A2D-2218F2EEC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62250"/>
            <a:ext cx="4572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F7598C-5917-4C52-A4F2-D2A4805A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242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亲子活动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A75470-BAC1-4195-A34B-73D1279E8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青年兴趣活动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DB9EEA-04CA-4102-85B9-7ABF0DA5B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148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创业交流活动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FFB926-B35D-4CFC-B422-55F09AFB6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242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场次/票种/名额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2EEA3B-79D5-46F1-A47D-BD6BE47CB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6195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购买须知和保险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7A2F04-8EF0-439E-96C9-60D84520D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1148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到场核销与退款工单</a:t>
            </a:r>
          </a:p>
        </p:txBody>
      </p:sp>
    </p:spTree>
    <p:extLst>
      <p:ext uri="{BB962C8B-B14F-4D97-AF65-F5344CB8AC3E}">
        <p14:creationId xmlns:p14="http://schemas.microsoft.com/office/powerpoint/2010/main" val="45940453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79D91B-27FD-4DCB-9044-794B273E3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5A7B80-88C2-4940-ADF7-306E56BD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COMMERCE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87AE4E-F463-4708-BDA7-33548640C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38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电商变现先围绕低风险履约方式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D607A1-6420-4D69-94BA-B7DB5420B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新手首批不开放复杂品类，成熟团长也必须先跑通履约和售后。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67D137-5E8B-4245-BAF3-2E4839B47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1FE95F-05D6-4C44-9785-324617A59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3000375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865003-1C7B-456F-969E-27458CA87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4800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物流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D7580E-F5E5-43E3-9481-5E46995C0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76625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规格、库存、发货、退换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34AC28-42D0-48D3-A809-40D21221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38625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低风险标准品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3F2935-FE82-4ED3-862E-94A11453F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809875"/>
            <a:ext cx="3000375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C05C59-8929-4DEE-8140-3218C6E12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04800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自提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EEFD7F-2A7C-410D-BD94-E9E659160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476625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自提点、提货码、核销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0318F6-95DA-42EE-9DA0-6EB5232A6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238625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社区/门店自提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2AD932-F4A4-4839-B03E-DA12E5D6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09875"/>
            <a:ext cx="3000375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635D3D-8821-4175-A5CE-FFDFE3BDB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04800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预售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2046A0-787C-4D87-88A7-50042683D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476625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截止时间、预计履约、取消规则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EFDC40-2AF5-4292-A232-D841474BC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38625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V2 验证</a:t>
            </a:r>
          </a:p>
        </p:txBody>
      </p:sp>
    </p:spTree>
    <p:extLst>
      <p:ext uri="{BB962C8B-B14F-4D97-AF65-F5344CB8AC3E}">
        <p14:creationId xmlns:p14="http://schemas.microsoft.com/office/powerpoint/2010/main" val="209912332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EA183EE-23B4-4BB9-98E4-2F71C2550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13FF73-1416-4492-89F4-BEC95877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VOUCHERS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425A1D-B8A8-4EB7-A4B6-F7610B081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38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卡券是新手和本地服务之间的轻量交易入口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BFDFF1-222E-4CE1-99AA-5FC19F14B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卡券降低线下履约复杂度，但必须讲清有效期、核销、过期和退款。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8BE39B-25AE-4912-BEBA-45CF1DE7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6C72E3-6FD2-435B-8555-7C9D2652C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4572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ECE73A-00E2-48E4-8961-5F660E43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62250"/>
            <a:ext cx="4572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8DB70B-6025-4104-8C8D-75C12F3AD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242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单次券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5CB677-3320-4C67-A048-D93399558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次卡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432D9B-9D91-4F1B-A370-7E42C5642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148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权益包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9B5DC2-EE3E-4214-821F-3EBD6B97D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101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体验券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72A3FE-925C-48F6-9940-636946189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242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支付后发券码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51D9C4-9323-4146-ADDA-1AD018B5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6195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到店或线上核销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E1B40B-4D46-4A3F-BDD9-A7648452B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1148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未使用可退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A4EF67-C56D-408D-83EC-D0FFF2925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6101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部分使用按规则退</a:t>
            </a:r>
          </a:p>
        </p:txBody>
      </p:sp>
    </p:spTree>
    <p:extLst>
      <p:ext uri="{BB962C8B-B14F-4D97-AF65-F5344CB8AC3E}">
        <p14:creationId xmlns:p14="http://schemas.microsoft.com/office/powerpoint/2010/main" val="868929825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C4C5B9-51BA-4DDF-A652-2A0D964D3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C70581-F7F3-47CB-98AF-F5AC4C8E3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LOCAL SERVICE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30F1DA-7FE5-47AB-91B2-62FBECB58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38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到店服务仍作为受控补充，不作为新手首发主推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0D0F9-6B15-4216-9BA1-E456CA0B3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服务预约更依赖责任方和投诉处理，适合在 V2 以后逐步放开。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8E2A89-4833-467D-9CAC-A43387675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44170C-5D60-42F0-AF61-7A2DC5623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CCE79E-2E50-4FC7-8D76-9711D37B9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051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上架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360978-DB20-4315-85B0-3D79845D1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051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门店、服务规格、可预约时段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EE1C85-0D62-492D-B195-C6B7FE53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4D9D7F-8DF5-4239-9564-53F598A30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下单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388081-8682-4518-A85D-78483FF1B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33375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选择时段并支付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5404E8-8B41-48D1-89E0-24B180A1E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0BBDA1-A5D0-483C-A5CA-8227DEE37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履约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33C49F-387D-4A0A-8DB6-29EEED2BD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624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到店服务后核销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B5B132-C0F9-4B9E-82E9-97CD2B37B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2CD482-5143-41B4-A83F-20F3BE923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910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售后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74BCBD-B1AB-466B-9C8C-9A736CCF1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59105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取消、改期、未服务退款、投诉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802230-9006-4D9C-B193-2BC9C1CFE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863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DC95A7-9344-4805-9FE1-3DF6035B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197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禁止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1533E1-E91D-4789-BFC3-F593AFD1D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197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上门、医疗美容、高安全责任服务</a:t>
            </a:r>
          </a:p>
        </p:txBody>
      </p:sp>
    </p:spTree>
    <p:extLst>
      <p:ext uri="{BB962C8B-B14F-4D97-AF65-F5344CB8AC3E}">
        <p14:creationId xmlns:p14="http://schemas.microsoft.com/office/powerpoint/2010/main" val="1695898021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5D8A522-6E95-4CBA-963E-FC520446E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2E251E-4BA1-4D43-BA5E-AF1E0E784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ORDERS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EC49D6-0F77-489C-9F3A-847C801EB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38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订单中心继续按履约类型组织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7F8135-4DFE-4390-8EA8-661977CFE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新手和成熟团长都不需要理解复杂后台，只要能看清每笔订单当前状态。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40C80A-BE9D-426C-801C-F4F67A9F4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E3706F-E57C-4471-AE55-30517518E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0375"/>
            <a:ext cx="1619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AEEB79-A028-4863-A41D-6F2F9DFF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1945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活动报名订单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F8DF26-ABA0-4872-B6B3-2C62C02E7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62375"/>
            <a:ext cx="1314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报名/核销/取消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DAE675-78AC-4364-92F2-1D075BE6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000375"/>
            <a:ext cx="1619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7BFD15-97D6-4E84-97DE-6BB5C9691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21945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物流订单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BDC661-A105-466E-983C-A1DB5AB71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762375"/>
            <a:ext cx="1314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发货/签收/退货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3EF983-0B3B-4623-94C4-1F9587B96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00375"/>
            <a:ext cx="1619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F11BC2-D81E-436B-86CA-E889B9575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21945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自提订单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EB73AA-A96F-49E6-BE4B-C9DCDBAD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762375"/>
            <a:ext cx="1314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提货码/未核销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D41630-8C15-48F4-BE93-C3C5D3A6E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000375"/>
            <a:ext cx="1619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D57DDF-94CC-4294-8DD4-4224B8B75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21945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卡券核销订单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C5C67F-8110-46FD-BC19-452CE189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762375"/>
            <a:ext cx="1314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待使用/次数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6DDAF8-E94C-420C-AE1C-2C45D2B99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00375"/>
            <a:ext cx="1619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1FF36B-94F6-4761-B32F-3F84E9AD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19450"/>
            <a:ext cx="1314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服务预约订单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CFF667-DE9E-436A-9E65-B1A8A77F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762375"/>
            <a:ext cx="1314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预约/到店/投诉</a:t>
            </a:r>
          </a:p>
        </p:txBody>
      </p:sp>
    </p:spTree>
    <p:extLst>
      <p:ext uri="{BB962C8B-B14F-4D97-AF65-F5344CB8AC3E}">
        <p14:creationId xmlns:p14="http://schemas.microsoft.com/office/powerpoint/2010/main" val="1630699631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C144C1-41A3-430F-8EF2-CCA7B6AD6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262C44-1CFC-4C3C-A332-9E7A5098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DISTRIBUTION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773101-38AE-40AA-80EF-A8537096D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38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分销帮卖首发仍只做一级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0DAF79-502A-4F25-847C-E606A10BB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新手可以通过成熟供给帮卖拿到第一笔收益，但不引入发展下级和多级返佣。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74BB08-9F0B-485D-B7D7-C4C28EB99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55D9F5-CCFD-4973-8C1F-3E66CA4CF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4572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29A4CD-B4CB-426F-A38F-7860A679E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62250"/>
            <a:ext cx="4572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F63BAD-1D91-49A6-AC3C-5EA75B71A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242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固定佣金分享赚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118F1B-8964-4199-B028-D9832FBB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消费者价格一致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657E2A-385A-4CA5-9AFA-2693C7B7D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148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发布方设置每单佣金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904B8D-9A52-41DF-B168-0A361F85D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242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加价帮卖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57F5E3-92D7-445C-80B2-22F7E3763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6195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发布方设置底价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F39AD8-C66B-40D0-99A6-AE306847F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1148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• 推广方设置终端售价</a:t>
            </a:r>
          </a:p>
        </p:txBody>
      </p:sp>
    </p:spTree>
    <p:extLst>
      <p:ext uri="{BB962C8B-B14F-4D97-AF65-F5344CB8AC3E}">
        <p14:creationId xmlns:p14="http://schemas.microsoft.com/office/powerpoint/2010/main" val="15547199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B427BF7-C309-46EA-A4AB-7636FFE4F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90D246-1131-465A-B020-F69A769A8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COUPONS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FA0728-99E8-486C-BAA3-44E27C49D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38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优惠券首发可做，但不替代冷启动和选品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671C7E-33D4-4A2C-AFDB-AB16A076C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优惠是成交工具，不是新手起号的根能力。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2E2DFC-21F7-41A5-BA2B-05343D73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82C1D5-CD87-4405-B5C7-E1558F1AE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933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3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4F95AC-2301-4AB9-9AB5-D73DC154D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4320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6D84BD-E34D-4BE7-A057-766234F0E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733675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店铺券和单品券进入首发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E7F6FB-4A62-4432-8B3E-47B5149A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933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A34540-7A52-4CF8-A51E-208E24DB8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62325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84A37F-1BB0-4269-98FD-696C370AA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52800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必须记录优惠承担方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9067C9-329B-457C-8DE2-12A46E560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933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F2DB74-B5E7-45EF-8FFF-C3136369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8145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E7FFA8-7FC8-41CA-B8D4-15EF28396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971925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不得侵蚀发布方底价或造成负收益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185173-8D13-4ACE-B6EC-1DFECEB96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933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6C983D-61E9-4F48-B356-01DEE8E7C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00575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AE33EF-E3B2-476A-95A4-AF22D3A9C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591050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退款时优惠和收益按比例冲回</a:t>
            </a:r>
          </a:p>
        </p:txBody>
      </p:sp>
    </p:spTree>
    <p:extLst>
      <p:ext uri="{BB962C8B-B14F-4D97-AF65-F5344CB8AC3E}">
        <p14:creationId xmlns:p14="http://schemas.microsoft.com/office/powerpoint/2010/main" val="61044408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EC8CD7-37AA-4666-AEF3-A1891A1D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E1DA44-EDFB-4D60-8D2B-4D2A99639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SETTLEMENT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F68C1D-3046-48CF-A63D-B2F0B2D1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38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收益账本让新手知道钱在哪里，也让成熟团长敢放大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3ADEF2-CF10-4AB6-9352-46EDA7A0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账本展示状态，不提前承诺未经支付链路核验的自动打款。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8CFC29-1350-4517-9661-679CA1AF6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42F992-B6E5-478E-AE25-4418F30EC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81300"/>
            <a:ext cx="2333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DD65F0-17D0-4EFD-8F7E-88627161A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52750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待入账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B81701-E23C-47DB-8083-CF59D9080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24225"/>
            <a:ext cx="1990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售后期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902668-98E6-4E7E-A82A-6E1DF5721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781300"/>
            <a:ext cx="2333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EDA484-60F5-48AD-98FB-4BDEB0DAE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952750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可结算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47B0E4-FE56-4773-B36E-C041E0D2C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324225"/>
            <a:ext cx="1990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可提现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17C118-13CA-4130-BE16-1DB08807F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81300"/>
            <a:ext cx="2333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0EFCBB-C358-4001-AC78-0B46F401A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952750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售后冻结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DB88BE-28E1-4BAC-B342-0368A523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24225"/>
            <a:ext cx="1990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工单中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54882B-5E95-498C-A0DB-751D01572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781300"/>
            <a:ext cx="2333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45FE80-CB0E-423F-AAD3-415416288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952750"/>
            <a:ext cx="1990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退款冲回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30A9DA-E44F-4F80-99D7-2EAD0874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324225"/>
            <a:ext cx="1990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按比例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33AC57-212A-4FBC-A1E9-BC850CC32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10250"/>
            <a:ext cx="914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真实自动结算必须先核验支付、分账和退款回退链路。</a:t>
            </a:r>
          </a:p>
        </p:txBody>
      </p:sp>
    </p:spTree>
    <p:extLst>
      <p:ext uri="{BB962C8B-B14F-4D97-AF65-F5344CB8AC3E}">
        <p14:creationId xmlns:p14="http://schemas.microsoft.com/office/powerpoint/2010/main" val="2079445509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79C01A-769B-4270-8FA2-58C87B895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0E7F04-650F-463E-977D-2FAD61406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SERVICE DESK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B26FFF-4592-4B20-878C-73B89F624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38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售后服务台是平台信任的底座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C5635F-B1B7-4FD9-A11C-E12B30F63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新手更需要平台帮他把责任、进度和退款讲清楚。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A0AB95-F5A6-4949-B030-75D24720B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D5F8C6-98D1-4BF7-9118-E8680CE12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05125"/>
            <a:ext cx="10668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44B630-F2DD-44BA-8E78-1C350501D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76575"/>
            <a:ext cx="876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用户咨询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14465D-77C5-4377-A399-53B0BAD2B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114675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D329C5-FCE7-4058-9AAA-FE2943B4D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3781425"/>
            <a:ext cx="10668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A02D62-39C1-474A-B246-FAE091260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3952875"/>
            <a:ext cx="876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生成工单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03118E-D711-4582-A499-BBC108F60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990975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CBAA0E-1CD9-429F-AEF4-20AFE6D30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905125"/>
            <a:ext cx="10668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F984A1-E046-42AA-9257-DB8DA70EC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076575"/>
            <a:ext cx="876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责任方响应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B4A12F-395B-4326-811D-90FF21A73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114675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5F1C32-7F84-4019-826E-DBF32B123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781425"/>
            <a:ext cx="10668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247C31-A326-45C7-AEA5-EA1C4158E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3952875"/>
            <a:ext cx="876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处理退款/核销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F065CC-7BF9-4986-BB9D-EF670B42D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990975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19B942-8DB8-471E-9557-D82B27331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05125"/>
            <a:ext cx="10668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A4F4E2-CE4C-4109-B9B3-B44D033D6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076575"/>
            <a:ext cx="876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阻断或释放结算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F23674-2581-459C-A7FA-EDDC68269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114675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1DA443-2674-4FE4-B8B3-3BB15583B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781425"/>
            <a:ext cx="10668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C644FA-33AA-41ED-BC1F-387A8AE7B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3952875"/>
            <a:ext cx="876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沉淀风险记录</a:t>
            </a:r>
          </a:p>
        </p:txBody>
      </p:sp>
    </p:spTree>
    <p:extLst>
      <p:ext uri="{BB962C8B-B14F-4D97-AF65-F5344CB8AC3E}">
        <p14:creationId xmlns:p14="http://schemas.microsoft.com/office/powerpoint/2010/main" val="100546477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310B1F7-331B-4323-8437-E78FB603F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263349-02C5-4B5B-9AC3-76A875DF6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REFERENCE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AE2D38-0F0F-408E-858E-8419FAD87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38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快团团可参考发布组织方式，但和趣要补上新手路径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335A47-515D-4883-9845-D0E38835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和趣不只是一键开团，更要让没有经验的人知道从哪里开始。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BD6842-51C0-4BB4-A84C-D69608168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93790D-DE52-4018-84E2-D9282D00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096DA0-0CDB-478F-B9AE-7782074FA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051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可参考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4CB270-D5D9-4BEE-92EC-D5469F035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051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商品库、一键开团、帮卖分销、团购管理、订单处理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F511EA-739D-4DDA-A506-D65498D5C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0F810C-39AC-4CF2-9BB8-6AC7BDFEC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和趣补充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1A6A44-F596-4633-8F95-7E69EB6DC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33375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社群冷启动、首单清单、按类型模板、售后服务台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A44648-E287-4BDC-806D-30546E1DF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E2FB57-433B-4956-86E2-F7C42E2F4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不照搬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FBBADE-6727-46E2-AC4A-128565D9D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624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全品类自由开放、高复杂多级扩散、未经验证即时结算</a:t>
            </a:r>
          </a:p>
        </p:txBody>
      </p:sp>
    </p:spTree>
    <p:extLst>
      <p:ext uri="{BB962C8B-B14F-4D97-AF65-F5344CB8AC3E}">
        <p14:creationId xmlns:p14="http://schemas.microsoft.com/office/powerpoint/2010/main" val="203416049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9302F9-A5D6-4249-944D-06D4C11F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148878-E2C9-4CB1-9AC9-9F112AD42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MVP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7CE0EB-3A87-462B-83B8-D6E197C4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38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V1 必须跑通交易闭环，也要给新手第一团路径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91CE8B-0BF8-45F6-9921-24C08D75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新增新手能力不等于扩大到公域增长工具。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17B773-84D9-4F7C-A268-78E42063C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51C109-CA21-45C9-8CF1-521FD948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3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3A1C9E-488E-49AD-B818-311275129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社群建店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888FC3-ED41-42B1-93EE-2BF07A45D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主页和货架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314C7F-B7B2-4F22-A93D-D44C423FC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6700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B83E35-CD54-485E-85A8-766E88F4A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7655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冷启动基础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228497-BC48-4EDD-A0CF-D0F80A747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2385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方向、模板、清单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18EA70-DCE6-4AB8-A544-23C6C3B0F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6700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AA0761-8654-4C9A-8720-C79AD83D1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7655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商品库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19E0EF-CD7B-4EDE-B15B-1C4E9AB2B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2385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审核货盘/人工推荐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D754FA-A977-4414-975D-64490DED8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34F653-CFD3-4D30-B230-8E489E962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0530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开团发布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EC3ACD-F037-4796-8AC4-FD601F37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活动/普通/卡券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572744-FDA1-44EF-9B2D-E22F6CF5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9575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56CD43-34BA-4DC0-AE38-6391801D0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30530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订单售后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8AAD29-039E-46FD-BEB7-53454A0BA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6672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状态和工单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70B983-EFAC-4958-B721-167FEE623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95750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540595-B8C2-4F8A-81CB-D66F9D626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30530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收益账本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1AD10E-2146-4342-AC0E-203F3682F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6672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入账/冻结/冲回</a:t>
            </a:r>
          </a:p>
        </p:txBody>
      </p:sp>
    </p:spTree>
    <p:extLst>
      <p:ext uri="{BB962C8B-B14F-4D97-AF65-F5344CB8AC3E}">
        <p14:creationId xmlns:p14="http://schemas.microsoft.com/office/powerpoint/2010/main" val="1262790674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DE3DAB-CB89-483F-827B-4328F7A6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FF0EF4-7D57-47A8-9764-B09898E0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NOT NOW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45C45A-B04B-4567-A0D5-8B3BBDFE9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38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这些能力不进入 V1 承诺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EB1DD7-1237-406D-8546-7F0A5B4A0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把边界讲清楚，才能让产品路线稳住。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48C663-B406-4B1B-A746-EAEB277AD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2CBEC4-DB2D-44F3-B088-9FF87EEF9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933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3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E2E53D-1E37-4FE3-B213-A5DE05A1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4320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EF6A39-7D6A-459E-8A08-FF0ABDAE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733675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小红书/抖音/视频号公域账号代运营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169432-6692-4580-84A7-BD28C584F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933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A259AA-F106-435A-ABAB-4D8766C73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62325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793583-12EA-41F6-8AD6-4EFCAD998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52800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完整选品中心、热卖榜、转化数据、素材包和经营建议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A520A4-327E-4D48-BA62-EE4A237B3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933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0AC947-F618-4911-8D60-121CE0D16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8145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AAA33D-0DDD-470A-A066-B3284F261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971925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自动选货、自动上架、自动外部发布营销内容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4EC650-8A12-4864-9C82-A0CA885B5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933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82DF26-277C-465E-B6B9-EBCB6D32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00575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AD1F20-423B-4973-B863-CEC0EAA5B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591050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多级分销、保证金、经销商层级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79C5EC-DD04-4158-BC91-6A88A6D3F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933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9082BB-87DC-4FA3-8A31-254C529AF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970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9CEC59-DB45-46A4-9C17-01BB98B2C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210175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未经支付核验的自动打款承诺</a:t>
            </a:r>
          </a:p>
        </p:txBody>
      </p:sp>
    </p:spTree>
    <p:extLst>
      <p:ext uri="{BB962C8B-B14F-4D97-AF65-F5344CB8AC3E}">
        <p14:creationId xmlns:p14="http://schemas.microsoft.com/office/powerpoint/2010/main" val="1952776075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021C220-3D7B-4284-B48C-656388EFF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AC0198-E418-44EF-ABAE-BC2220091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ROADMAP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900D08-4FBD-465F-A7E8-4E07A0221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38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路线改为 V1 冷启动和交易闭环，V2 选品中心放大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FD22BD-DBBF-418F-AC24-EE39DE2AD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这样既回应新手需求，又不把首版做散。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4EA696-5AF4-4C8C-B93A-522136C2C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3E133A-BAE0-4BBD-B755-FC49741B7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1619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67CFE4-A75B-45CE-BDF3-76C29D87C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123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V0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8FFBDA-A40D-4899-B441-C89410D65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24250"/>
            <a:ext cx="123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原型共识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D1DD58-1DC0-4F77-B953-2CBD8B4EC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PPT、原型、蓝图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19DCC5-8E00-4B7E-9D0E-FE54A85C4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857500"/>
            <a:ext cx="1619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3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F6C0E1-BDFF-4A25-B572-E8AABFC62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05150"/>
            <a:ext cx="123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V1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F642EC-024C-4FCD-9624-D7DFC7980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524250"/>
            <a:ext cx="123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交易闭环+冷启动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483C9C-0493-4CC7-A5D6-334443F6A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09575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店铺、冷启动、审核货盘、开团、订单、售后、收益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222280-D229-4C2C-A95C-D986B07E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857500"/>
            <a:ext cx="1619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CDE6AA-7F0F-46FE-AFD3-A336BD3D6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105150"/>
            <a:ext cx="123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V2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EBED74-BBAD-4BE5-98DA-0A11C53F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524250"/>
            <a:ext cx="123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选品中心+履约扩展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EF12C4-62B0-468F-A96C-75AA2BB78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09575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推荐供给包、预售、自提、到店服务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1E1E03-E315-45F3-AA55-984A9F15C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857500"/>
            <a:ext cx="1619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C3EE65-5AE4-4A09-80B2-8A0CD3452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05150"/>
            <a:ext cx="123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V3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1A561D-AE14-45A5-BD9E-8D3361100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24250"/>
            <a:ext cx="123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经营效率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C487D5-7616-4C80-ADDB-F5942923D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09575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素材、优惠、复购、AI 草稿、群接龙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000AF2-D845-443F-B761-AE80E0EE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57500"/>
            <a:ext cx="1619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C182BB-B904-4AFF-833D-4C5E3902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105150"/>
            <a:ext cx="123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V4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B9CAE3-AAEA-442E-A326-DE647FD6F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524250"/>
            <a:ext cx="123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商单扩展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2F324D-69B3-4E9E-9B4C-9D179D40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09575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会员、商单加强、更多品类</a:t>
            </a:r>
          </a:p>
        </p:txBody>
      </p:sp>
    </p:spTree>
    <p:extLst>
      <p:ext uri="{BB962C8B-B14F-4D97-AF65-F5344CB8AC3E}">
        <p14:creationId xmlns:p14="http://schemas.microsoft.com/office/powerpoint/2010/main" val="9073266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1EEC45-EE79-4665-9603-29AB83E1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14976F-9F17-449E-A297-637D77688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SUCCESS METRICS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2BD281-BC2A-4556-9FBE-9F09E6FD3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838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新增冷启动指标，继续用真实订单校验方向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866F97-9CBD-42DD-99C8-28D427DB9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新手是否能完成第一团，是这次策划升级后的核心验证点。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A77283-A9E1-48CB-BCE1-A28F95F8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10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D54857-9788-43CB-BEB7-F33145B71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FC0AF8-C888-491F-A2C7-41A1FE61F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051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冷启动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A61CF6-29AD-456D-8A1C-3AB16BD3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051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新手建店完成率、首单开团完成率、邀请动作完成率、首单成交率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524984-CE68-46D9-B927-D06B12FA5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C7C567-A5C8-4276-9B5C-0AF50C698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供给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F57B4E-243E-49BA-BE2C-AE3951173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33375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入库供给数、审核通过率、可帮卖供给数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B6AEFC-96E1-4F4A-8995-2B0FC524B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61BD73-7B2C-41B2-989D-2C185D168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发布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D1B141-D7FC-4BC5-B461-5FEC7C131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624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开团数、发布完成率、开团类型分布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56D579-149D-4737-B0BC-2F7160B75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50A0BF-FC98-4720-8565-518EF115C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910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交易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1CADDC-215C-41E2-A641-55B82624A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59105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订单数、支付转化率、来源可追踪率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0C16F2-1C6A-43DA-8C28-046C03A5D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86350"/>
            <a:ext cx="1000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427BE9-C215-410E-BB0A-882706D70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197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91919"/>
                </a:solidFill>
                <a:latin typeface="Microsoft YaHei UI"/>
                <a:ea typeface="Microsoft YaHei UI"/>
                <a:cs typeface="Microsoft YaHei UI"/>
              </a:rPr>
              <a:t>售后/经营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0B0AC0-67B5-4CE8-A14D-CB2430C2A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197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退款率、工单时长、团长留存、复购率</a:t>
            </a:r>
          </a:p>
        </p:txBody>
      </p:sp>
    </p:spTree>
    <p:extLst>
      <p:ext uri="{BB962C8B-B14F-4D97-AF65-F5344CB8AC3E}">
        <p14:creationId xmlns:p14="http://schemas.microsoft.com/office/powerpoint/2010/main" val="1854480958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263DFE-CBC7-4D8F-80C1-3541A26F5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09CB51-E9D8-4994-85B0-0DB2001BE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85800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TEAM ALIGNMENT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790A66-30F7-4189-AB8B-F03A13B48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38250"/>
            <a:ext cx="7429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345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全员共识：和趣要让新手能开始，让团长能放大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BCE2A5-552D-4CB9-AB0D-198A1C47A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7429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7F7F7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0">
                <a:solidFill>
                  <a:srgbClr val="F7F7F7"/>
                </a:solidFill>
                <a:latin typeface="Microsoft YaHei UI"/>
                <a:ea typeface="Microsoft YaHei UI"/>
                <a:cs typeface="Microsoft YaHei UI"/>
              </a:rPr>
              <a:t>不是单点活动工具，也不是普通商城；而是社群生意从冷启动、交易、履约、售后到复购放大的操作系统。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4F242F-66D2-4664-980C-5F2DA0EA3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22860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B7F8D6-E7F5-4B7A-9B28-5799B49E6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81575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不是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479F39-24AC-4402-A214-ADDC67B5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530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公域代运营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2A5263-7F8F-4438-88EA-1485B418B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810125"/>
            <a:ext cx="22860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69CECD-356A-4CCD-B037-58EAA3111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981575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不是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6DD8AA-470D-489D-80DC-7812C831E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53530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全品类分销盘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9310F8-1A78-4138-A98B-D32274EA0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10125"/>
            <a:ext cx="22860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A6B8C6-465F-4A55-9202-25D0D32E8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981575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而是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FE7B17-5C0F-4E4F-AF68-2BABA1D6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3530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社群生意系统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CBE1D9-89EC-4306-9684-48BCE15E5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810125"/>
            <a:ext cx="22860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09131B-DC7A-4CDC-8D2B-D2F4BFCFA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981575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先做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3CBE0C-B9BC-4864-9714-CD34DFF61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53530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B7280"/>
                </a:solidFill>
                <a:latin typeface="Microsoft YaHei UI"/>
                <a:ea typeface="Microsoft YaHei UI"/>
                <a:cs typeface="Microsoft YaHei UI"/>
              </a:rPr>
              <a:t>第一团和交易闭环</a:t>
            </a:r>
          </a:p>
        </p:txBody>
      </p:sp>
    </p:spTree>
    <p:extLst>
      <p:ext uri="{BB962C8B-B14F-4D97-AF65-F5344CB8AC3E}">
        <p14:creationId xmlns:p14="http://schemas.microsoft.com/office/powerpoint/2010/main" val="4448130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2026-05-27T05:30:51.5440000Z</dcterms:created>
  <dcterms:modified xsi:type="dcterms:W3CDTF">2026-05-27T05:30:51.5440000Z</dcterms:modified>
</coreProperties>
</file>